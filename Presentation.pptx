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1"/>
  </p:sldMasterIdLst>
  <p:notesMasterIdLst>
    <p:notesMasterId r:id="rId13"/>
  </p:notesMasterIdLst>
  <p:handoutMasterIdLst>
    <p:handoutMasterId r:id="rId14"/>
  </p:handoutMasterIdLst>
  <p:sldIdLst>
    <p:sldId id="256" r:id="rId2"/>
    <p:sldId id="258" r:id="rId3"/>
    <p:sldId id="264" r:id="rId4"/>
    <p:sldId id="261" r:id="rId5"/>
    <p:sldId id="265" r:id="rId6"/>
    <p:sldId id="262" r:id="rId7"/>
    <p:sldId id="260" r:id="rId8"/>
    <p:sldId id="266" r:id="rId9"/>
    <p:sldId id="267" r:id="rId10"/>
    <p:sldId id="259" r:id="rId11"/>
    <p:sldId id="263" r:id="rId12"/>
  </p:sldIdLst>
  <p:sldSz cx="12192000" cy="6858000"/>
  <p:notesSz cx="6858000" cy="9144000"/>
  <p:defaultTextStyle>
    <a:defPPr rtl="0">
      <a:defRPr lang="fr-fr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3" autoAdjust="0"/>
    <p:restoredTop sz="94660"/>
  </p:normalViewPr>
  <p:slideViewPr>
    <p:cSldViewPr snapToGrid="0">
      <p:cViewPr varScale="1">
        <p:scale>
          <a:sx n="89" d="100"/>
          <a:sy n="89" d="100"/>
        </p:scale>
        <p:origin x="90" y="12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9" d="100"/>
          <a:sy n="89" d="100"/>
        </p:scale>
        <p:origin x="3780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F9FC193-7A05-4631-B681-B56EAB543D38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 rtlCol="0"/>
        <a:lstStyle/>
        <a:p>
          <a:pPr rtl="0"/>
          <a:endParaRPr lang="en-US"/>
        </a:p>
      </dgm:t>
    </dgm:pt>
    <dgm:pt modelId="{B6B39D33-D046-47BE-829F-7DE9C1355A93}">
      <dgm:prSet phldrT="[Text]" custT="1"/>
      <dgm:spPr>
        <a:solidFill>
          <a:schemeClr val="accent4">
            <a:lumMod val="20000"/>
            <a:lumOff val="80000"/>
            <a:alpha val="90000"/>
          </a:schemeClr>
        </a:solidFill>
        <a:ln>
          <a:noFill/>
        </a:ln>
      </dgm:spPr>
      <dgm:t>
        <a:bodyPr rtlCol="0"/>
        <a:lstStyle/>
        <a:p>
          <a:pPr rtl="0">
            <a:lnSpc>
              <a:spcPct val="150000"/>
            </a:lnSpc>
            <a:buFont typeface="Wingdings" panose="05000000000000000000" pitchFamily="2" charset="2"/>
            <a:buNone/>
          </a:pPr>
          <a:r>
            <a:rPr lang="fr" sz="1200" b="1" dirty="0">
              <a:solidFill>
                <a:schemeClr val="accent3">
                  <a:lumMod val="7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Data 1 (20 lignes) :</a:t>
          </a:r>
        </a:p>
      </dgm:t>
    </dgm:pt>
    <dgm:pt modelId="{E15A7BCB-F8C9-469E-AAD5-364C09881B8A}" type="parTrans" cxnId="{877B3C1A-839E-4419-A916-B4E946768D4D}">
      <dgm:prSet/>
      <dgm:spPr/>
      <dgm:t>
        <a:bodyPr rtlCol="0"/>
        <a:lstStyle/>
        <a:p>
          <a:pPr rtl="0"/>
          <a:endParaRPr lang="en-US"/>
        </a:p>
      </dgm:t>
    </dgm:pt>
    <dgm:pt modelId="{AC756B1C-E9B8-4AF1-AAAF-F8402FE8B80B}" type="sibTrans" cxnId="{877B3C1A-839E-4419-A916-B4E946768D4D}">
      <dgm:prSet/>
      <dgm:spPr/>
      <dgm:t>
        <a:bodyPr rtlCol="0"/>
        <a:lstStyle/>
        <a:p>
          <a:pPr rtl="0"/>
          <a:endParaRPr lang="en-US"/>
        </a:p>
      </dgm:t>
    </dgm:pt>
    <dgm:pt modelId="{ABA77F75-8642-4931-8D7E-BE6C6DB9940D}">
      <dgm:prSet phldrT="[Text]" custT="1"/>
      <dgm:spPr>
        <a:solidFill>
          <a:schemeClr val="accent4">
            <a:lumMod val="40000"/>
            <a:lumOff val="60000"/>
          </a:schemeClr>
        </a:solidFill>
        <a:ln>
          <a:noFill/>
        </a:ln>
      </dgm:spPr>
      <dgm:t>
        <a:bodyPr rtlCol="0"/>
        <a:lstStyle/>
        <a:p>
          <a:pPr rtl="0"/>
          <a:r>
            <a:rPr lang="fr" sz="1800" b="1" dirty="0">
              <a:ln>
                <a:solidFill>
                  <a:schemeClr val="tx1"/>
                </a:solidFill>
              </a:ln>
              <a:solidFill>
                <a:schemeClr val="accent3">
                  <a:lumMod val="75000"/>
                </a:schemeClr>
              </a:solidFill>
              <a:effectLst>
                <a:outerShdw blurRad="50800" dist="50800" dir="5400000" sx="1000" sy="1000" algn="ctr" rotWithShape="0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Algorithme</a:t>
          </a:r>
        </a:p>
        <a:p>
          <a:pPr rtl="0"/>
          <a:r>
            <a:rPr lang="fr" sz="1800" b="1" dirty="0">
              <a:ln>
                <a:solidFill>
                  <a:schemeClr val="tx1"/>
                </a:solidFill>
              </a:ln>
              <a:solidFill>
                <a:schemeClr val="accent3">
                  <a:lumMod val="75000"/>
                </a:schemeClr>
              </a:solidFill>
              <a:effectLst>
                <a:outerShdw blurRad="50800" dist="50800" dir="5400000" sx="1000" sy="1000" algn="ctr" rotWithShape="0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Optimisé </a:t>
          </a:r>
        </a:p>
      </dgm:t>
    </dgm:pt>
    <dgm:pt modelId="{FCF9AE1B-B22B-4F91-BFD8-DDBBF762F128}" type="parTrans" cxnId="{D959B3EA-A66A-4B40-901C-93ECD4985A93}">
      <dgm:prSet/>
      <dgm:spPr/>
      <dgm:t>
        <a:bodyPr rtlCol="0"/>
        <a:lstStyle/>
        <a:p>
          <a:pPr rtl="0"/>
          <a:endParaRPr lang="en-US"/>
        </a:p>
      </dgm:t>
    </dgm:pt>
    <dgm:pt modelId="{1A095211-ADB0-42CA-9F24-F1BC942872F3}" type="sibTrans" cxnId="{D959B3EA-A66A-4B40-901C-93ECD4985A93}">
      <dgm:prSet/>
      <dgm:spPr/>
      <dgm:t>
        <a:bodyPr rtlCol="0"/>
        <a:lstStyle/>
        <a:p>
          <a:pPr rtl="0"/>
          <a:endParaRPr lang="en-US"/>
        </a:p>
      </dgm:t>
    </dgm:pt>
    <dgm:pt modelId="{DA5DFAD8-E443-4F53-9341-A0903BBBD378}">
      <dgm:prSet phldrT="[Text]" custT="1"/>
      <dgm:spPr>
        <a:solidFill>
          <a:schemeClr val="accent4">
            <a:lumMod val="40000"/>
            <a:lumOff val="60000"/>
          </a:schemeClr>
        </a:solidFill>
        <a:ln>
          <a:noFill/>
        </a:ln>
      </dgm:spPr>
      <dgm:t>
        <a:bodyPr rtlCol="0"/>
        <a:lstStyle/>
        <a:p>
          <a:pPr rtl="0">
            <a:lnSpc>
              <a:spcPct val="100000"/>
            </a:lnSpc>
          </a:pPr>
          <a:r>
            <a:rPr lang="fr" sz="1800" b="1" dirty="0">
              <a:ln>
                <a:solidFill>
                  <a:schemeClr val="tx1"/>
                </a:solidFill>
              </a:ln>
              <a:solidFill>
                <a:schemeClr val="accent3">
                  <a:lumMod val="75000"/>
                </a:schemeClr>
              </a:solidFill>
              <a:effectLst>
                <a:outerShdw blurRad="50800" dist="50800" dir="5400000" sx="1000" sy="1000" algn="ctr" rotWithShape="0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Algorithme </a:t>
          </a:r>
        </a:p>
        <a:p>
          <a:pPr rtl="0">
            <a:lnSpc>
              <a:spcPct val="100000"/>
            </a:lnSpc>
          </a:pPr>
          <a:r>
            <a:rPr lang="fr" sz="1800" b="1" dirty="0">
              <a:ln>
                <a:solidFill>
                  <a:schemeClr val="tx1"/>
                </a:solidFill>
              </a:ln>
              <a:solidFill>
                <a:schemeClr val="accent3">
                  <a:lumMod val="75000"/>
                </a:schemeClr>
              </a:solidFill>
              <a:effectLst>
                <a:outerShdw blurRad="50800" dist="50800" dir="5400000" sx="1000" sy="1000" algn="ctr" rotWithShape="0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Optimisé</a:t>
          </a:r>
          <a:endParaRPr lang="fr" sz="1800" dirty="0">
            <a:solidFill>
              <a:schemeClr val="accent3">
                <a:lumMod val="75000"/>
              </a:schemeClr>
            </a:solidFill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76D9F54E-47B3-4FE0-B465-AD673964072E}" type="sibTrans" cxnId="{0073D4C3-F488-4F79-B637-186FAECF6BAD}">
      <dgm:prSet/>
      <dgm:spPr/>
      <dgm:t>
        <a:bodyPr rtlCol="0"/>
        <a:lstStyle/>
        <a:p>
          <a:pPr rtl="0"/>
          <a:endParaRPr lang="en-US"/>
        </a:p>
      </dgm:t>
    </dgm:pt>
    <dgm:pt modelId="{F6012B3B-01B0-4E7C-A363-0177B95D3DD8}" type="parTrans" cxnId="{0073D4C3-F488-4F79-B637-186FAECF6BAD}">
      <dgm:prSet/>
      <dgm:spPr/>
      <dgm:t>
        <a:bodyPr rtlCol="0"/>
        <a:lstStyle/>
        <a:p>
          <a:pPr rtl="0"/>
          <a:endParaRPr lang="en-US"/>
        </a:p>
      </dgm:t>
    </dgm:pt>
    <dgm:pt modelId="{4C8BFA56-3F75-4CAD-90A3-2F214D699322}">
      <dgm:prSet phldrT="[Text]" custT="1"/>
      <dgm:spPr>
        <a:solidFill>
          <a:schemeClr val="accent4">
            <a:lumMod val="40000"/>
            <a:lumOff val="60000"/>
          </a:schemeClr>
        </a:solidFill>
        <a:ln>
          <a:noFill/>
        </a:ln>
      </dgm:spPr>
      <dgm:t>
        <a:bodyPr/>
        <a:lstStyle/>
        <a:p>
          <a:r>
            <a:rPr lang="fr" sz="1800" b="1" dirty="0">
              <a:ln>
                <a:solidFill>
                  <a:schemeClr val="tx1"/>
                </a:solidFill>
              </a:ln>
              <a:solidFill>
                <a:schemeClr val="accent3">
                  <a:lumMod val="75000"/>
                </a:schemeClr>
              </a:solidFill>
              <a:effectLst>
                <a:outerShdw blurRad="50800" dist="50800" dir="5400000" sx="1000" sy="1000" algn="ctr" rotWithShape="0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Algorithme</a:t>
          </a:r>
        </a:p>
        <a:p>
          <a:r>
            <a:rPr lang="fr" sz="1800" b="1" dirty="0">
              <a:ln>
                <a:solidFill>
                  <a:schemeClr val="tx1"/>
                </a:solidFill>
              </a:ln>
              <a:solidFill>
                <a:schemeClr val="accent3">
                  <a:lumMod val="75000"/>
                </a:schemeClr>
              </a:solidFill>
              <a:effectLst>
                <a:outerShdw blurRad="50800" dist="50800" dir="5400000" sx="1000" sy="1000" algn="ctr" rotWithShape="0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Bruteforce</a:t>
          </a:r>
        </a:p>
      </dgm:t>
    </dgm:pt>
    <dgm:pt modelId="{7B50916F-B8BA-427F-B9F0-A301E54D7FB3}" type="sibTrans" cxnId="{4CD5FCDD-1F8A-43A3-BD77-CBE3B3864C41}">
      <dgm:prSet/>
      <dgm:spPr/>
      <dgm:t>
        <a:bodyPr rtlCol="0"/>
        <a:lstStyle/>
        <a:p>
          <a:pPr rtl="0"/>
          <a:endParaRPr lang="en-US"/>
        </a:p>
      </dgm:t>
    </dgm:pt>
    <dgm:pt modelId="{9A6E3B20-A734-4412-84CF-0134D93D4B28}" type="parTrans" cxnId="{4CD5FCDD-1F8A-43A3-BD77-CBE3B3864C41}">
      <dgm:prSet/>
      <dgm:spPr/>
      <dgm:t>
        <a:bodyPr rtlCol="0"/>
        <a:lstStyle/>
        <a:p>
          <a:pPr rtl="0"/>
          <a:endParaRPr lang="en-US"/>
        </a:p>
      </dgm:t>
    </dgm:pt>
    <dgm:pt modelId="{113C72B7-B72F-4DA5-B6D3-EF3D8F1E83D1}">
      <dgm:prSet phldrT="[Text]" custT="1"/>
      <dgm:spPr>
        <a:solidFill>
          <a:schemeClr val="accent4">
            <a:lumMod val="20000"/>
            <a:lumOff val="80000"/>
            <a:alpha val="90000"/>
          </a:schemeClr>
        </a:solidFill>
      </dgm:spPr>
      <dgm:t>
        <a:bodyPr rtlCol="0"/>
        <a:lstStyle/>
        <a:p>
          <a:pPr algn="l" rtl="0">
            <a:lnSpc>
              <a:spcPct val="150000"/>
            </a:lnSpc>
            <a:buFont typeface="Arial" panose="020B0604020202020204" pitchFamily="34" charset="0"/>
            <a:buNone/>
          </a:pPr>
          <a:r>
            <a:rPr lang="fr" sz="1200" b="1" dirty="0">
              <a:solidFill>
                <a:schemeClr val="accent3">
                  <a:lumMod val="7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Data 1 (20 lignes) :</a:t>
          </a:r>
          <a:endParaRPr lang="fr" sz="1200" dirty="0">
            <a:solidFill>
              <a:schemeClr val="accent3">
                <a:lumMod val="75000"/>
              </a:schemeClr>
            </a:solidFill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FDB6A51A-7B5A-4E84-A522-BA8A118A19A6}" type="parTrans" cxnId="{3572B742-5BA2-4DD6-8152-52F88D59BD39}">
      <dgm:prSet/>
      <dgm:spPr/>
      <dgm:t>
        <a:bodyPr/>
        <a:lstStyle/>
        <a:p>
          <a:endParaRPr lang="fr-FR"/>
        </a:p>
      </dgm:t>
    </dgm:pt>
    <dgm:pt modelId="{7EDA84B5-4F08-4AD3-9A28-2910F4C77E59}" type="sibTrans" cxnId="{3572B742-5BA2-4DD6-8152-52F88D59BD39}">
      <dgm:prSet/>
      <dgm:spPr/>
      <dgm:t>
        <a:bodyPr/>
        <a:lstStyle/>
        <a:p>
          <a:endParaRPr lang="fr-FR"/>
        </a:p>
      </dgm:t>
    </dgm:pt>
    <dgm:pt modelId="{2369B913-8CB4-4EBA-9793-174C763AA7A0}">
      <dgm:prSet custT="1"/>
      <dgm:spPr>
        <a:solidFill>
          <a:schemeClr val="accent4">
            <a:lumMod val="20000"/>
            <a:lumOff val="80000"/>
            <a:alpha val="90000"/>
          </a:schemeClr>
        </a:solidFill>
      </dgm:spPr>
      <dgm:t>
        <a:bodyPr/>
        <a:lstStyle/>
        <a:p>
          <a:pPr algn="l">
            <a:lnSpc>
              <a:spcPct val="150000"/>
            </a:lnSpc>
            <a:buNone/>
          </a:pPr>
          <a:r>
            <a:rPr lang="fr" sz="1200" b="1" kern="1200" dirty="0">
              <a:solidFill>
                <a:schemeClr val="accent3">
                  <a:lumMod val="7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Dataset 1 :</a:t>
          </a:r>
          <a:endParaRPr lang="fr-FR" sz="1200" kern="1200" dirty="0">
            <a:solidFill>
              <a:srgbClr val="27CED7">
                <a:lumMod val="75000"/>
              </a:srgbClr>
            </a:solidFill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6BA8BBAC-D06B-4EE3-82C9-53A18DB96A33}" type="sibTrans" cxnId="{3BC895F2-125E-4263-8505-D7FBD87D2A8B}">
      <dgm:prSet/>
      <dgm:spPr/>
      <dgm:t>
        <a:bodyPr/>
        <a:lstStyle/>
        <a:p>
          <a:endParaRPr lang="fr-FR"/>
        </a:p>
      </dgm:t>
    </dgm:pt>
    <dgm:pt modelId="{520FBAF5-FA8D-45CD-B146-E5E54A45B673}" type="parTrans" cxnId="{3BC895F2-125E-4263-8505-D7FBD87D2A8B}">
      <dgm:prSet/>
      <dgm:spPr/>
      <dgm:t>
        <a:bodyPr/>
        <a:lstStyle/>
        <a:p>
          <a:endParaRPr lang="fr-FR"/>
        </a:p>
      </dgm:t>
    </dgm:pt>
    <dgm:pt modelId="{4B559CCC-C69E-4B3F-8BCE-CCEC04638768}">
      <dgm:prSet phldrT="[Text]" custT="1"/>
      <dgm:spPr>
        <a:solidFill>
          <a:schemeClr val="accent4">
            <a:lumMod val="20000"/>
            <a:lumOff val="80000"/>
            <a:alpha val="90000"/>
          </a:schemeClr>
        </a:solidFill>
        <a:ln>
          <a:noFill/>
        </a:ln>
      </dgm:spPr>
      <dgm:t>
        <a:bodyPr rtlCol="0"/>
        <a:lstStyle/>
        <a:p>
          <a:pPr rtl="0">
            <a:lnSpc>
              <a:spcPct val="150000"/>
            </a:lnSpc>
            <a:buFont typeface="Arial" panose="020B0604020202020204" pitchFamily="34" charset="0"/>
            <a:buChar char="•"/>
          </a:pPr>
          <a:r>
            <a:rPr lang="fr" sz="1200" b="0" dirty="0">
              <a:solidFill>
                <a:schemeClr val="accent3">
                  <a:lumMod val="7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Tps exécution : 4,36 secondes</a:t>
          </a:r>
        </a:p>
      </dgm:t>
    </dgm:pt>
    <dgm:pt modelId="{A010DB5D-4DE4-4042-93DB-29328076BB0E}" type="parTrans" cxnId="{6B6AFB17-6C80-462E-A4DA-3B50B2061C58}">
      <dgm:prSet/>
      <dgm:spPr/>
      <dgm:t>
        <a:bodyPr/>
        <a:lstStyle/>
        <a:p>
          <a:endParaRPr lang="fr-FR"/>
        </a:p>
      </dgm:t>
    </dgm:pt>
    <dgm:pt modelId="{A34ABE87-241B-4BC3-9BB6-CD1EA241FEF1}" type="sibTrans" cxnId="{6B6AFB17-6C80-462E-A4DA-3B50B2061C58}">
      <dgm:prSet/>
      <dgm:spPr/>
      <dgm:t>
        <a:bodyPr/>
        <a:lstStyle/>
        <a:p>
          <a:endParaRPr lang="fr-FR"/>
        </a:p>
      </dgm:t>
    </dgm:pt>
    <dgm:pt modelId="{0FD0EF3F-60D4-407F-9EFA-0625C91E24E4}">
      <dgm:prSet phldrT="[Text]" custT="1"/>
      <dgm:spPr>
        <a:solidFill>
          <a:schemeClr val="accent4">
            <a:lumMod val="20000"/>
            <a:lumOff val="80000"/>
            <a:alpha val="90000"/>
          </a:schemeClr>
        </a:solidFill>
        <a:ln>
          <a:noFill/>
        </a:ln>
      </dgm:spPr>
      <dgm:t>
        <a:bodyPr rtlCol="0"/>
        <a:lstStyle/>
        <a:p>
          <a:pPr rtl="0">
            <a:lnSpc>
              <a:spcPct val="90000"/>
            </a:lnSpc>
            <a:buFont typeface="Arial" panose="020B0604020202020204" pitchFamily="34" charset="0"/>
            <a:buChar char="•"/>
          </a:pPr>
          <a:r>
            <a:rPr lang="fr" sz="1200" b="0" dirty="0">
              <a:solidFill>
                <a:schemeClr val="accent3">
                  <a:lumMod val="7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RAM utilisée : 218,54 Mio</a:t>
          </a:r>
        </a:p>
      </dgm:t>
    </dgm:pt>
    <dgm:pt modelId="{EA1C00F9-DFF9-4FD8-8533-30D13AE0F0E2}" type="parTrans" cxnId="{D205DD1D-64A4-4BC0-AAE0-B5ED0EFA1BCA}">
      <dgm:prSet/>
      <dgm:spPr/>
      <dgm:t>
        <a:bodyPr/>
        <a:lstStyle/>
        <a:p>
          <a:endParaRPr lang="fr-FR"/>
        </a:p>
      </dgm:t>
    </dgm:pt>
    <dgm:pt modelId="{36C958CA-624E-452D-AAE2-F7F1A6EA40B7}" type="sibTrans" cxnId="{D205DD1D-64A4-4BC0-AAE0-B5ED0EFA1BCA}">
      <dgm:prSet/>
      <dgm:spPr/>
      <dgm:t>
        <a:bodyPr/>
        <a:lstStyle/>
        <a:p>
          <a:endParaRPr lang="fr-FR"/>
        </a:p>
      </dgm:t>
    </dgm:pt>
    <dgm:pt modelId="{4D00518D-ECDF-48CB-A6E3-454C750E85AE}">
      <dgm:prSet phldrT="[Text]" custT="1"/>
      <dgm:spPr>
        <a:solidFill>
          <a:schemeClr val="accent4">
            <a:lumMod val="20000"/>
            <a:lumOff val="80000"/>
            <a:alpha val="90000"/>
          </a:schemeClr>
        </a:solidFill>
        <a:ln>
          <a:noFill/>
        </a:ln>
      </dgm:spPr>
      <dgm:t>
        <a:bodyPr rtlCol="0"/>
        <a:lstStyle/>
        <a:p>
          <a:pPr rtl="0">
            <a:lnSpc>
              <a:spcPct val="150000"/>
            </a:lnSpc>
            <a:buFont typeface="Arial" panose="020B0604020202020204" pitchFamily="34" charset="0"/>
            <a:buNone/>
          </a:pPr>
          <a:endParaRPr lang="fr" sz="1200" b="1" dirty="0">
            <a:solidFill>
              <a:schemeClr val="accent3">
                <a:lumMod val="75000"/>
              </a:schemeClr>
            </a:solidFill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452E755B-53D2-4F60-AC82-A217BDD54254}" type="parTrans" cxnId="{B7306D9C-28B6-4CD6-A2EE-DF4C330A59C4}">
      <dgm:prSet/>
      <dgm:spPr/>
      <dgm:t>
        <a:bodyPr/>
        <a:lstStyle/>
        <a:p>
          <a:endParaRPr lang="fr-FR"/>
        </a:p>
      </dgm:t>
    </dgm:pt>
    <dgm:pt modelId="{9842B408-C2A0-4456-9BB4-C0208DA0C4A4}" type="sibTrans" cxnId="{B7306D9C-28B6-4CD6-A2EE-DF4C330A59C4}">
      <dgm:prSet/>
      <dgm:spPr/>
      <dgm:t>
        <a:bodyPr/>
        <a:lstStyle/>
        <a:p>
          <a:endParaRPr lang="fr-FR"/>
        </a:p>
      </dgm:t>
    </dgm:pt>
    <dgm:pt modelId="{0E822707-7E89-4D47-B136-4EE8318755E7}">
      <dgm:prSet phldrT="[Text]" custT="1"/>
      <dgm:spPr>
        <a:solidFill>
          <a:schemeClr val="accent4">
            <a:lumMod val="20000"/>
            <a:lumOff val="80000"/>
            <a:alpha val="90000"/>
          </a:schemeClr>
        </a:solidFill>
        <a:ln>
          <a:noFill/>
        </a:ln>
      </dgm:spPr>
      <dgm:t>
        <a:bodyPr rtlCol="0"/>
        <a:lstStyle/>
        <a:p>
          <a:pPr rtl="0">
            <a:lnSpc>
              <a:spcPct val="90000"/>
            </a:lnSpc>
            <a:buFont typeface="Arial" panose="020B0604020202020204" pitchFamily="34" charset="0"/>
            <a:buChar char="•"/>
          </a:pPr>
          <a:endParaRPr lang="fr" sz="1200" b="1" dirty="0">
            <a:solidFill>
              <a:schemeClr val="accent3">
                <a:lumMod val="75000"/>
              </a:schemeClr>
            </a:solidFill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D8BFB669-DF86-401D-A001-7EDA62F216DE}" type="parTrans" cxnId="{FA12DBD2-750B-4541-B895-055D0E0649F8}">
      <dgm:prSet/>
      <dgm:spPr/>
      <dgm:t>
        <a:bodyPr/>
        <a:lstStyle/>
        <a:p>
          <a:endParaRPr lang="fr-FR"/>
        </a:p>
      </dgm:t>
    </dgm:pt>
    <dgm:pt modelId="{A67F1B1B-B1AD-4093-9283-0BB6F7CFC4FC}" type="sibTrans" cxnId="{FA12DBD2-750B-4541-B895-055D0E0649F8}">
      <dgm:prSet/>
      <dgm:spPr/>
      <dgm:t>
        <a:bodyPr/>
        <a:lstStyle/>
        <a:p>
          <a:endParaRPr lang="fr-FR"/>
        </a:p>
      </dgm:t>
    </dgm:pt>
    <dgm:pt modelId="{E61A005B-155C-48D2-A58A-8056CA51A9F0}">
      <dgm:prSet phldrT="[Text]" custT="1"/>
      <dgm:spPr>
        <a:solidFill>
          <a:schemeClr val="accent4">
            <a:lumMod val="20000"/>
            <a:lumOff val="80000"/>
            <a:alpha val="90000"/>
          </a:schemeClr>
        </a:solidFill>
        <a:ln>
          <a:noFill/>
        </a:ln>
      </dgm:spPr>
      <dgm:t>
        <a:bodyPr rtlCol="0"/>
        <a:lstStyle/>
        <a:p>
          <a:pPr rtl="0">
            <a:lnSpc>
              <a:spcPct val="90000"/>
            </a:lnSpc>
            <a:buFont typeface="Arial" panose="020B0604020202020204" pitchFamily="34" charset="0"/>
            <a:buChar char="•"/>
          </a:pPr>
          <a:endParaRPr lang="fr" sz="1200" b="1" dirty="0">
            <a:solidFill>
              <a:schemeClr val="accent3">
                <a:lumMod val="75000"/>
              </a:schemeClr>
            </a:solidFill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453671AE-84B3-47E7-A811-DEC2B76CBE4D}" type="parTrans" cxnId="{831759F0-0243-4877-83C5-7C3D11D5CF47}">
      <dgm:prSet/>
      <dgm:spPr/>
      <dgm:t>
        <a:bodyPr/>
        <a:lstStyle/>
        <a:p>
          <a:endParaRPr lang="fr-FR"/>
        </a:p>
      </dgm:t>
    </dgm:pt>
    <dgm:pt modelId="{FB81CC0E-C3BB-442B-8DB2-2122CF308270}" type="sibTrans" cxnId="{831759F0-0243-4877-83C5-7C3D11D5CF47}">
      <dgm:prSet/>
      <dgm:spPr/>
      <dgm:t>
        <a:bodyPr/>
        <a:lstStyle/>
        <a:p>
          <a:endParaRPr lang="fr-FR"/>
        </a:p>
      </dgm:t>
    </dgm:pt>
    <dgm:pt modelId="{AF04E664-593D-4636-A280-020CC7CAF966}">
      <dgm:prSet custT="1"/>
      <dgm:spPr/>
      <dgm:t>
        <a:bodyPr/>
        <a:lstStyle/>
        <a:p>
          <a:pPr algn="l" rtl="0">
            <a:lnSpc>
              <a:spcPct val="150000"/>
            </a:lnSpc>
            <a:buFont typeface="Arial" panose="020B0604020202020204" pitchFamily="34" charset="0"/>
            <a:buChar char="•"/>
          </a:pPr>
          <a:r>
            <a:rPr lang="fr" sz="1200" b="0" dirty="0">
              <a:solidFill>
                <a:schemeClr val="accent3">
                  <a:lumMod val="7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Tps exécution : 0,75 secondes</a:t>
          </a:r>
        </a:p>
      </dgm:t>
    </dgm:pt>
    <dgm:pt modelId="{851C05C3-1250-43E9-9A69-4C0803DB4219}" type="parTrans" cxnId="{AF8074A1-A55B-44B0-98DC-DD30F9AB63F4}">
      <dgm:prSet/>
      <dgm:spPr/>
      <dgm:t>
        <a:bodyPr/>
        <a:lstStyle/>
        <a:p>
          <a:endParaRPr lang="fr-FR"/>
        </a:p>
      </dgm:t>
    </dgm:pt>
    <dgm:pt modelId="{0B980ED3-2688-4694-9367-5D15FDF4AAD0}" type="sibTrans" cxnId="{AF8074A1-A55B-44B0-98DC-DD30F9AB63F4}">
      <dgm:prSet/>
      <dgm:spPr/>
      <dgm:t>
        <a:bodyPr/>
        <a:lstStyle/>
        <a:p>
          <a:endParaRPr lang="fr-FR"/>
        </a:p>
      </dgm:t>
    </dgm:pt>
    <dgm:pt modelId="{73CAD2D4-8A3A-438F-9D54-95DF2547FF5A}">
      <dgm:prSet custT="1"/>
      <dgm:spPr/>
      <dgm:t>
        <a:bodyPr/>
        <a:lstStyle/>
        <a:p>
          <a:pPr algn="l" rtl="0">
            <a:lnSpc>
              <a:spcPct val="90000"/>
            </a:lnSpc>
            <a:buFont typeface="Arial" panose="020B0604020202020204" pitchFamily="34" charset="0"/>
            <a:buChar char="•"/>
          </a:pPr>
          <a:r>
            <a:rPr lang="fr" sz="1200" b="0" dirty="0">
              <a:solidFill>
                <a:schemeClr val="accent3">
                  <a:lumMod val="7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RAM utilisée : 67,77 Mio</a:t>
          </a:r>
        </a:p>
      </dgm:t>
    </dgm:pt>
    <dgm:pt modelId="{1A3C1C3C-B996-47B3-909B-C10CA0B11688}" type="parTrans" cxnId="{5608EDE0-4D6F-4CA6-A07F-4F7AA4E6384B}">
      <dgm:prSet/>
      <dgm:spPr/>
      <dgm:t>
        <a:bodyPr/>
        <a:lstStyle/>
        <a:p>
          <a:endParaRPr lang="fr-FR"/>
        </a:p>
      </dgm:t>
    </dgm:pt>
    <dgm:pt modelId="{BB5F0159-B1B4-4E34-9B53-E9DD1A9DB286}" type="sibTrans" cxnId="{5608EDE0-4D6F-4CA6-A07F-4F7AA4E6384B}">
      <dgm:prSet/>
      <dgm:spPr/>
      <dgm:t>
        <a:bodyPr/>
        <a:lstStyle/>
        <a:p>
          <a:endParaRPr lang="fr-FR"/>
        </a:p>
      </dgm:t>
    </dgm:pt>
    <dgm:pt modelId="{ED8D8A78-2DFF-4FA8-8B41-13DC8B3C31FE}">
      <dgm:prSet custT="1"/>
      <dgm:spPr/>
      <dgm:t>
        <a:bodyPr/>
        <a:lstStyle/>
        <a:p>
          <a:pPr algn="l">
            <a:lnSpc>
              <a:spcPct val="150000"/>
            </a:lnSpc>
            <a:buFont typeface="Arial" panose="020B0604020202020204" pitchFamily="34" charset="0"/>
            <a:buNone/>
          </a:pPr>
          <a:endParaRPr lang="fr" sz="1200" b="0" dirty="0">
            <a:solidFill>
              <a:schemeClr val="accent3">
                <a:lumMod val="75000"/>
              </a:schemeClr>
            </a:solidFill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CB426055-CCFC-47F9-9353-069A42E2ABE0}" type="parTrans" cxnId="{89EDB009-AB3A-4BCF-B69B-76679AA941E6}">
      <dgm:prSet/>
      <dgm:spPr/>
      <dgm:t>
        <a:bodyPr/>
        <a:lstStyle/>
        <a:p>
          <a:endParaRPr lang="fr-FR"/>
        </a:p>
      </dgm:t>
    </dgm:pt>
    <dgm:pt modelId="{EFAFBCB5-051A-4BD0-ABD4-7A85E8727A08}" type="sibTrans" cxnId="{89EDB009-AB3A-4BCF-B69B-76679AA941E6}">
      <dgm:prSet/>
      <dgm:spPr/>
      <dgm:t>
        <a:bodyPr/>
        <a:lstStyle/>
        <a:p>
          <a:endParaRPr lang="fr-FR"/>
        </a:p>
      </dgm:t>
    </dgm:pt>
    <dgm:pt modelId="{3E609D53-0657-4D59-B2D8-264F5C5A9951}">
      <dgm:prSet custT="1"/>
      <dgm:spPr/>
      <dgm:t>
        <a:bodyPr/>
        <a:lstStyle/>
        <a:p>
          <a:pPr algn="l" rtl="0">
            <a:lnSpc>
              <a:spcPct val="90000"/>
            </a:lnSpc>
            <a:buFont typeface="Arial" panose="020B0604020202020204" pitchFamily="34" charset="0"/>
            <a:buChar char="•"/>
          </a:pPr>
          <a:endParaRPr lang="fr" sz="1200" b="0" dirty="0">
            <a:solidFill>
              <a:schemeClr val="accent3">
                <a:lumMod val="75000"/>
              </a:schemeClr>
            </a:solidFill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F6DF798D-D12F-4DC7-B479-7F449A84861E}" type="parTrans" cxnId="{66E46055-8B82-46EE-9E18-879545D4EDAC}">
      <dgm:prSet/>
      <dgm:spPr/>
      <dgm:t>
        <a:bodyPr/>
        <a:lstStyle/>
        <a:p>
          <a:endParaRPr lang="fr-FR"/>
        </a:p>
      </dgm:t>
    </dgm:pt>
    <dgm:pt modelId="{C38DBDCE-464B-4178-86C0-B89D341EEABC}" type="sibTrans" cxnId="{66E46055-8B82-46EE-9E18-879545D4EDAC}">
      <dgm:prSet/>
      <dgm:spPr/>
      <dgm:t>
        <a:bodyPr/>
        <a:lstStyle/>
        <a:p>
          <a:endParaRPr lang="fr-FR"/>
        </a:p>
      </dgm:t>
    </dgm:pt>
    <dgm:pt modelId="{08FEE621-A0C1-422E-A5BB-B56941888D5D}">
      <dgm:prSet custT="1"/>
      <dgm:spPr/>
      <dgm:t>
        <a:bodyPr/>
        <a:lstStyle/>
        <a:p>
          <a:pPr algn="l" rtl="0">
            <a:lnSpc>
              <a:spcPct val="90000"/>
            </a:lnSpc>
            <a:buFont typeface="Arial" panose="020B0604020202020204" pitchFamily="34" charset="0"/>
            <a:buChar char="•"/>
          </a:pPr>
          <a:endParaRPr lang="fr" sz="1200" b="0" dirty="0">
            <a:solidFill>
              <a:schemeClr val="accent3">
                <a:lumMod val="75000"/>
              </a:schemeClr>
            </a:solidFill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CEFF8E13-5DED-4F7B-B43F-A8FD7EDEEE93}" type="parTrans" cxnId="{53B425EB-5F2C-42AC-A480-4134799F2983}">
      <dgm:prSet/>
      <dgm:spPr/>
      <dgm:t>
        <a:bodyPr/>
        <a:lstStyle/>
        <a:p>
          <a:endParaRPr lang="fr-FR"/>
        </a:p>
      </dgm:t>
    </dgm:pt>
    <dgm:pt modelId="{1E7703C0-C769-4857-B04B-832A4666E2ED}" type="sibTrans" cxnId="{53B425EB-5F2C-42AC-A480-4134799F2983}">
      <dgm:prSet/>
      <dgm:spPr/>
      <dgm:t>
        <a:bodyPr/>
        <a:lstStyle/>
        <a:p>
          <a:endParaRPr lang="fr-FR"/>
        </a:p>
      </dgm:t>
    </dgm:pt>
    <dgm:pt modelId="{4E65302A-37F8-4395-BC22-E5039D92B40C}">
      <dgm:prSet custT="1"/>
      <dgm:spPr>
        <a:solidFill>
          <a:schemeClr val="accent4">
            <a:lumMod val="20000"/>
            <a:lumOff val="80000"/>
            <a:alpha val="90000"/>
          </a:schemeClr>
        </a:solidFill>
      </dgm:spPr>
      <dgm:t>
        <a:bodyPr/>
        <a:lstStyle/>
        <a:p>
          <a:pPr algn="ctr">
            <a:lnSpc>
              <a:spcPct val="90000"/>
            </a:lnSpc>
            <a:buNone/>
          </a:pPr>
          <a:endParaRPr lang="fr-FR" sz="1200" kern="1200" dirty="0">
            <a:solidFill>
              <a:srgbClr val="27CED7">
                <a:lumMod val="75000"/>
              </a:srgbClr>
            </a:solidFill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7AA40488-0E7E-40F6-8F68-00F05B3AE941}" type="parTrans" cxnId="{D10A5C0D-95CD-416F-A0D5-4F79B95926F2}">
      <dgm:prSet/>
      <dgm:spPr/>
      <dgm:t>
        <a:bodyPr/>
        <a:lstStyle/>
        <a:p>
          <a:endParaRPr lang="fr-FR"/>
        </a:p>
      </dgm:t>
    </dgm:pt>
    <dgm:pt modelId="{9B35CAD5-1C95-4BCB-898A-1930A73D1EE1}" type="sibTrans" cxnId="{D10A5C0D-95CD-416F-A0D5-4F79B95926F2}">
      <dgm:prSet/>
      <dgm:spPr/>
      <dgm:t>
        <a:bodyPr/>
        <a:lstStyle/>
        <a:p>
          <a:endParaRPr lang="fr-FR"/>
        </a:p>
      </dgm:t>
    </dgm:pt>
    <dgm:pt modelId="{4156E644-4990-41B6-B596-B915F8AC2D61}">
      <dgm:prSet custT="1"/>
      <dgm:spPr>
        <a:solidFill>
          <a:schemeClr val="accent4">
            <a:lumMod val="20000"/>
            <a:lumOff val="80000"/>
            <a:alpha val="90000"/>
          </a:schemeClr>
        </a:solidFill>
      </dgm:spPr>
      <dgm:t>
        <a:bodyPr/>
        <a:lstStyle/>
        <a:p>
          <a:pPr algn="ctr">
            <a:lnSpc>
              <a:spcPct val="90000"/>
            </a:lnSpc>
            <a:buNone/>
          </a:pPr>
          <a:endParaRPr lang="fr-FR" sz="1200" kern="1200" dirty="0">
            <a:solidFill>
              <a:srgbClr val="27CED7">
                <a:lumMod val="75000"/>
              </a:srgbClr>
            </a:solidFill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45D9906E-1287-431D-B74F-82709E51B1CB}" type="parTrans" cxnId="{4FD86043-57F6-4E87-9C0B-EA63D1C96B8F}">
      <dgm:prSet/>
      <dgm:spPr/>
      <dgm:t>
        <a:bodyPr/>
        <a:lstStyle/>
        <a:p>
          <a:endParaRPr lang="fr-FR"/>
        </a:p>
      </dgm:t>
    </dgm:pt>
    <dgm:pt modelId="{FC8E7D80-4296-439F-A7CE-0609582FC58C}" type="sibTrans" cxnId="{4FD86043-57F6-4E87-9C0B-EA63D1C96B8F}">
      <dgm:prSet/>
      <dgm:spPr/>
      <dgm:t>
        <a:bodyPr/>
        <a:lstStyle/>
        <a:p>
          <a:endParaRPr lang="fr-FR"/>
        </a:p>
      </dgm:t>
    </dgm:pt>
    <dgm:pt modelId="{684CAD5A-6537-4EEC-872E-12CE27B621E7}">
      <dgm:prSet custT="1"/>
      <dgm:spPr/>
      <dgm:t>
        <a:bodyPr/>
        <a:lstStyle/>
        <a:p>
          <a:pPr algn="l">
            <a:lnSpc>
              <a:spcPct val="150000"/>
            </a:lnSpc>
            <a:buFont typeface="Arial" panose="020B0604020202020204" pitchFamily="34" charset="0"/>
            <a:buChar char="•"/>
          </a:pPr>
          <a:r>
            <a:rPr lang="fr" sz="1200" b="0" dirty="0">
              <a:solidFill>
                <a:schemeClr val="accent3">
                  <a:lumMod val="7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Tps exécution : 36,63 secondes</a:t>
          </a:r>
        </a:p>
      </dgm:t>
    </dgm:pt>
    <dgm:pt modelId="{82384364-68A3-4FFA-9D92-6A5CD253C733}" type="parTrans" cxnId="{80F765D5-9EC1-44B3-A832-396B874857FA}">
      <dgm:prSet/>
      <dgm:spPr/>
      <dgm:t>
        <a:bodyPr/>
        <a:lstStyle/>
        <a:p>
          <a:endParaRPr lang="fr-FR"/>
        </a:p>
      </dgm:t>
    </dgm:pt>
    <dgm:pt modelId="{6F02EB59-C94D-4950-B846-2D5664F6E0B1}" type="sibTrans" cxnId="{80F765D5-9EC1-44B3-A832-396B874857FA}">
      <dgm:prSet/>
      <dgm:spPr/>
      <dgm:t>
        <a:bodyPr/>
        <a:lstStyle/>
        <a:p>
          <a:endParaRPr lang="fr-FR"/>
        </a:p>
      </dgm:t>
    </dgm:pt>
    <dgm:pt modelId="{E3DDC09C-9A72-476D-84A5-EE7B507C5AA2}">
      <dgm:prSet custT="1"/>
      <dgm:spPr/>
      <dgm:t>
        <a:bodyPr/>
        <a:lstStyle/>
        <a:p>
          <a:pPr algn="l">
            <a:lnSpc>
              <a:spcPct val="90000"/>
            </a:lnSpc>
            <a:buFont typeface="Arial" panose="020B0604020202020204" pitchFamily="34" charset="0"/>
            <a:buChar char="•"/>
          </a:pPr>
          <a:r>
            <a:rPr lang="fr" sz="1200" b="0" dirty="0">
              <a:solidFill>
                <a:schemeClr val="accent3">
                  <a:lumMod val="7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RAM utilisée : 67,83 Mio</a:t>
          </a:r>
        </a:p>
      </dgm:t>
    </dgm:pt>
    <dgm:pt modelId="{96869E63-FF3A-4DBB-BBFF-6630901A0B67}" type="parTrans" cxnId="{C30CD3E7-C080-4456-85FC-590A63089CCE}">
      <dgm:prSet/>
      <dgm:spPr/>
      <dgm:t>
        <a:bodyPr/>
        <a:lstStyle/>
        <a:p>
          <a:endParaRPr lang="fr-FR"/>
        </a:p>
      </dgm:t>
    </dgm:pt>
    <dgm:pt modelId="{09199200-D09D-446B-9831-31B7CFA04F22}" type="sibTrans" cxnId="{C30CD3E7-C080-4456-85FC-590A63089CCE}">
      <dgm:prSet/>
      <dgm:spPr/>
      <dgm:t>
        <a:bodyPr/>
        <a:lstStyle/>
        <a:p>
          <a:endParaRPr lang="fr-FR"/>
        </a:p>
      </dgm:t>
    </dgm:pt>
    <dgm:pt modelId="{37D059FF-C6DF-49BF-9334-62E3E90354EA}">
      <dgm:prSet custT="1"/>
      <dgm:spPr/>
      <dgm:t>
        <a:bodyPr/>
        <a:lstStyle/>
        <a:p>
          <a:pPr algn="ctr">
            <a:lnSpc>
              <a:spcPct val="90000"/>
            </a:lnSpc>
            <a:buNone/>
          </a:pPr>
          <a:endParaRPr lang="fr" sz="1200" b="0" dirty="0">
            <a:solidFill>
              <a:schemeClr val="accent3">
                <a:lumMod val="75000"/>
              </a:schemeClr>
            </a:solidFill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78DB4EF5-0CFC-4F6A-98AF-4E7B516811E6}" type="parTrans" cxnId="{1C20AB19-AE09-48F4-A874-5F6109FA857D}">
      <dgm:prSet/>
      <dgm:spPr/>
      <dgm:t>
        <a:bodyPr/>
        <a:lstStyle/>
        <a:p>
          <a:endParaRPr lang="fr-FR"/>
        </a:p>
      </dgm:t>
    </dgm:pt>
    <dgm:pt modelId="{83998129-E286-4DE8-8E08-2A95B14B1CE4}" type="sibTrans" cxnId="{1C20AB19-AE09-48F4-A874-5F6109FA857D}">
      <dgm:prSet/>
      <dgm:spPr/>
      <dgm:t>
        <a:bodyPr/>
        <a:lstStyle/>
        <a:p>
          <a:endParaRPr lang="fr-FR"/>
        </a:p>
      </dgm:t>
    </dgm:pt>
    <dgm:pt modelId="{43EF0390-29B7-42D0-845B-EF791F5A89E8}">
      <dgm:prSet custT="1"/>
      <dgm:spPr/>
      <dgm:t>
        <a:bodyPr/>
        <a:lstStyle/>
        <a:p>
          <a:pPr algn="ctr">
            <a:lnSpc>
              <a:spcPct val="90000"/>
            </a:lnSpc>
            <a:buNone/>
          </a:pPr>
          <a:endParaRPr lang="fr" sz="1200" b="0" dirty="0">
            <a:solidFill>
              <a:schemeClr val="accent3">
                <a:lumMod val="75000"/>
              </a:schemeClr>
            </a:solidFill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91BE634B-804F-418E-9CCA-852A01B54F8A}" type="parTrans" cxnId="{87DDE30A-73A2-4507-914F-8DF707DDCAAA}">
      <dgm:prSet/>
      <dgm:spPr/>
      <dgm:t>
        <a:bodyPr/>
        <a:lstStyle/>
        <a:p>
          <a:endParaRPr lang="fr-FR"/>
        </a:p>
      </dgm:t>
    </dgm:pt>
    <dgm:pt modelId="{4AA8752E-766F-4A29-8B92-35A8228FD2E0}" type="sibTrans" cxnId="{87DDE30A-73A2-4507-914F-8DF707DDCAAA}">
      <dgm:prSet/>
      <dgm:spPr/>
      <dgm:t>
        <a:bodyPr/>
        <a:lstStyle/>
        <a:p>
          <a:endParaRPr lang="fr-FR"/>
        </a:p>
      </dgm:t>
    </dgm:pt>
    <dgm:pt modelId="{66F14307-FF0C-4E9A-86C5-E1022429F116}">
      <dgm:prSet custT="1"/>
      <dgm:spPr/>
      <dgm:t>
        <a:bodyPr/>
        <a:lstStyle/>
        <a:p>
          <a:pPr algn="l">
            <a:lnSpc>
              <a:spcPct val="150000"/>
            </a:lnSpc>
            <a:buNone/>
          </a:pPr>
          <a:r>
            <a:rPr lang="fr" sz="1200" b="1" dirty="0">
              <a:solidFill>
                <a:schemeClr val="accent3">
                  <a:lumMod val="7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Dataset 2 :</a:t>
          </a:r>
          <a:endParaRPr lang="fr" sz="1200" b="0" dirty="0">
            <a:solidFill>
              <a:schemeClr val="accent3">
                <a:lumMod val="75000"/>
              </a:schemeClr>
            </a:solidFill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8ED33561-D961-421B-8753-78BD6938B918}" type="parTrans" cxnId="{00FC51DB-E477-4D9D-BD8A-A0F84670E241}">
      <dgm:prSet/>
      <dgm:spPr/>
      <dgm:t>
        <a:bodyPr/>
        <a:lstStyle/>
        <a:p>
          <a:endParaRPr lang="fr-FR"/>
        </a:p>
      </dgm:t>
    </dgm:pt>
    <dgm:pt modelId="{B8267D2B-9473-4284-89C5-BCBB8069E76B}" type="sibTrans" cxnId="{00FC51DB-E477-4D9D-BD8A-A0F84670E241}">
      <dgm:prSet/>
      <dgm:spPr/>
      <dgm:t>
        <a:bodyPr/>
        <a:lstStyle/>
        <a:p>
          <a:endParaRPr lang="fr-FR"/>
        </a:p>
      </dgm:t>
    </dgm:pt>
    <dgm:pt modelId="{2C960BA2-E8B2-4740-892B-B5DF86CBA913}">
      <dgm:prSet custT="1"/>
      <dgm:spPr/>
      <dgm:t>
        <a:bodyPr/>
        <a:lstStyle/>
        <a:p>
          <a:pPr algn="l">
            <a:lnSpc>
              <a:spcPct val="150000"/>
            </a:lnSpc>
            <a:buFont typeface="Arial" panose="020B0604020202020204" pitchFamily="34" charset="0"/>
            <a:buChar char="•"/>
          </a:pPr>
          <a:r>
            <a:rPr lang="fr" sz="1200" b="0" dirty="0">
              <a:solidFill>
                <a:schemeClr val="accent3">
                  <a:lumMod val="7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Tps exécution : 18,71 secondes</a:t>
          </a:r>
        </a:p>
      </dgm:t>
    </dgm:pt>
    <dgm:pt modelId="{FFC6E0D1-2ADC-4B98-80AF-1BE78DDCF798}" type="parTrans" cxnId="{FBF55C4D-0B8C-4F11-999E-34A5F3E9ED6B}">
      <dgm:prSet/>
      <dgm:spPr/>
      <dgm:t>
        <a:bodyPr/>
        <a:lstStyle/>
        <a:p>
          <a:endParaRPr lang="fr-FR"/>
        </a:p>
      </dgm:t>
    </dgm:pt>
    <dgm:pt modelId="{0C176DA2-C086-4F16-AE14-B462CEC6F2DB}" type="sibTrans" cxnId="{FBF55C4D-0B8C-4F11-999E-34A5F3E9ED6B}">
      <dgm:prSet/>
      <dgm:spPr/>
      <dgm:t>
        <a:bodyPr/>
        <a:lstStyle/>
        <a:p>
          <a:endParaRPr lang="fr-FR"/>
        </a:p>
      </dgm:t>
    </dgm:pt>
    <dgm:pt modelId="{E6F85DD5-7367-4967-ACD9-AF3408C2EF80}">
      <dgm:prSet custT="1"/>
      <dgm:spPr/>
      <dgm:t>
        <a:bodyPr/>
        <a:lstStyle/>
        <a:p>
          <a:pPr algn="l">
            <a:lnSpc>
              <a:spcPct val="90000"/>
            </a:lnSpc>
            <a:buFont typeface="Arial" panose="020B0604020202020204" pitchFamily="34" charset="0"/>
            <a:buChar char="•"/>
          </a:pPr>
          <a:r>
            <a:rPr lang="fr" sz="1200" b="0" dirty="0">
              <a:solidFill>
                <a:schemeClr val="accent3">
                  <a:lumMod val="7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RAM utilisée : 67,78 Mio</a:t>
          </a:r>
        </a:p>
      </dgm:t>
    </dgm:pt>
    <dgm:pt modelId="{32BC6088-6149-4924-B138-BCC5A2D4750D}" type="parTrans" cxnId="{1ECA220B-E98F-4EA0-8F96-044D1AE75230}">
      <dgm:prSet/>
      <dgm:spPr/>
      <dgm:t>
        <a:bodyPr/>
        <a:lstStyle/>
        <a:p>
          <a:endParaRPr lang="fr-FR"/>
        </a:p>
      </dgm:t>
    </dgm:pt>
    <dgm:pt modelId="{A3B64095-AC89-4EC9-84A6-E588ACDEB37E}" type="sibTrans" cxnId="{1ECA220B-E98F-4EA0-8F96-044D1AE75230}">
      <dgm:prSet/>
      <dgm:spPr/>
      <dgm:t>
        <a:bodyPr/>
        <a:lstStyle/>
        <a:p>
          <a:endParaRPr lang="fr-FR"/>
        </a:p>
      </dgm:t>
    </dgm:pt>
    <dgm:pt modelId="{DE3F77CF-6A8C-4783-A2CE-00E88C4199CB}" type="pres">
      <dgm:prSet presAssocID="{CF9FC193-7A05-4631-B681-B56EAB543D38}" presName="Name0" presStyleCnt="0">
        <dgm:presLayoutVars>
          <dgm:dir/>
          <dgm:animLvl val="lvl"/>
          <dgm:resizeHandles val="exact"/>
        </dgm:presLayoutVars>
      </dgm:prSet>
      <dgm:spPr/>
    </dgm:pt>
    <dgm:pt modelId="{0FBA5EAC-A51E-4D5D-BB8B-D468000CF793}" type="pres">
      <dgm:prSet presAssocID="{4C8BFA56-3F75-4CAD-90A3-2F214D699322}" presName="composite" presStyleCnt="0"/>
      <dgm:spPr/>
    </dgm:pt>
    <dgm:pt modelId="{39DF6D4B-8567-4627-8D36-F7C079C6F56F}" type="pres">
      <dgm:prSet presAssocID="{4C8BFA56-3F75-4CAD-90A3-2F214D699322}" presName="parTx" presStyleLbl="alignNode1" presStyleIdx="0" presStyleCnt="3" custScaleX="61139" custLinFactNeighborX="304" custLinFactNeighborY="-658">
        <dgm:presLayoutVars>
          <dgm:chMax val="0"/>
          <dgm:chPref val="0"/>
          <dgm:bulletEnabled val="1"/>
        </dgm:presLayoutVars>
      </dgm:prSet>
      <dgm:spPr/>
    </dgm:pt>
    <dgm:pt modelId="{6D1DBE5E-75CA-4B69-858E-6B862418F3AB}" type="pres">
      <dgm:prSet presAssocID="{4C8BFA56-3F75-4CAD-90A3-2F214D699322}" presName="desTx" presStyleLbl="alignAccFollowNode1" presStyleIdx="0" presStyleCnt="3" custScaleX="61220" custScaleY="100000" custLinFactNeighborX="151" custLinFactNeighborY="-558">
        <dgm:presLayoutVars>
          <dgm:bulletEnabled val="1"/>
        </dgm:presLayoutVars>
      </dgm:prSet>
      <dgm:spPr/>
    </dgm:pt>
    <dgm:pt modelId="{E6A808DA-67B5-44D9-BE4D-E27DBE2B82CD}" type="pres">
      <dgm:prSet presAssocID="{7B50916F-B8BA-427F-B9F0-A301E54D7FB3}" presName="space" presStyleCnt="0"/>
      <dgm:spPr/>
    </dgm:pt>
    <dgm:pt modelId="{3B158D6E-E3AA-49BB-988A-758B59ED8F3B}" type="pres">
      <dgm:prSet presAssocID="{ABA77F75-8642-4931-8D7E-BE6C6DB9940D}" presName="composite" presStyleCnt="0"/>
      <dgm:spPr/>
    </dgm:pt>
    <dgm:pt modelId="{055A5EAB-EAE0-4501-8649-31F112FF9AD5}" type="pres">
      <dgm:prSet presAssocID="{ABA77F75-8642-4931-8D7E-BE6C6DB9940D}" presName="parTx" presStyleLbl="alignNode1" presStyleIdx="1" presStyleCnt="3" custScaleX="61742">
        <dgm:presLayoutVars>
          <dgm:chMax val="0"/>
          <dgm:chPref val="0"/>
          <dgm:bulletEnabled val="1"/>
        </dgm:presLayoutVars>
      </dgm:prSet>
      <dgm:spPr/>
    </dgm:pt>
    <dgm:pt modelId="{E4FD5043-5612-43C5-B6AE-CCD431549399}" type="pres">
      <dgm:prSet presAssocID="{ABA77F75-8642-4931-8D7E-BE6C6DB9940D}" presName="desTx" presStyleLbl="alignAccFollowNode1" presStyleIdx="1" presStyleCnt="3" custScaleX="61161" custLinFactNeighborX="164" custLinFactNeighborY="-384">
        <dgm:presLayoutVars>
          <dgm:bulletEnabled val="1"/>
        </dgm:presLayoutVars>
      </dgm:prSet>
      <dgm:spPr/>
    </dgm:pt>
    <dgm:pt modelId="{3E20F600-AFBC-427F-8295-F096F694BC17}" type="pres">
      <dgm:prSet presAssocID="{1A095211-ADB0-42CA-9F24-F1BC942872F3}" presName="space" presStyleCnt="0"/>
      <dgm:spPr/>
    </dgm:pt>
    <dgm:pt modelId="{173DA3A6-F783-42D4-9ED8-FD330979BCEA}" type="pres">
      <dgm:prSet presAssocID="{DA5DFAD8-E443-4F53-9341-A0903BBBD378}" presName="composite" presStyleCnt="0"/>
      <dgm:spPr/>
    </dgm:pt>
    <dgm:pt modelId="{23D06E36-F688-4B37-8BB8-73015E665B0E}" type="pres">
      <dgm:prSet presAssocID="{DA5DFAD8-E443-4F53-9341-A0903BBBD378}" presName="parTx" presStyleLbl="alignNode1" presStyleIdx="2" presStyleCnt="3" custScaleX="68339">
        <dgm:presLayoutVars>
          <dgm:chMax val="0"/>
          <dgm:chPref val="0"/>
          <dgm:bulletEnabled val="1"/>
        </dgm:presLayoutVars>
      </dgm:prSet>
      <dgm:spPr/>
    </dgm:pt>
    <dgm:pt modelId="{EA81ED6A-A7EA-4137-A3DC-D16E79F1B938}" type="pres">
      <dgm:prSet presAssocID="{DA5DFAD8-E443-4F53-9341-A0903BBBD378}" presName="desTx" presStyleLbl="alignAccFollowNode1" presStyleIdx="2" presStyleCnt="3" custScaleX="68339" custLinFactNeighborX="-419" custLinFactNeighborY="17">
        <dgm:presLayoutVars>
          <dgm:bulletEnabled val="1"/>
        </dgm:presLayoutVars>
      </dgm:prSet>
      <dgm:spPr/>
    </dgm:pt>
  </dgm:ptLst>
  <dgm:cxnLst>
    <dgm:cxn modelId="{89EDB009-AB3A-4BCF-B69B-76679AA941E6}" srcId="{ABA77F75-8642-4931-8D7E-BE6C6DB9940D}" destId="{ED8D8A78-2DFF-4FA8-8B41-13DC8B3C31FE}" srcOrd="5" destOrd="0" parTransId="{CB426055-CCFC-47F9-9353-069A42E2ABE0}" sibTransId="{EFAFBCB5-051A-4BD0-ABD4-7A85E8727A08}"/>
    <dgm:cxn modelId="{87DDE30A-73A2-4507-914F-8DF707DDCAAA}" srcId="{DA5DFAD8-E443-4F53-9341-A0903BBBD378}" destId="{43EF0390-29B7-42D0-845B-EF791F5A89E8}" srcOrd="4" destOrd="0" parTransId="{91BE634B-804F-418E-9CCA-852A01B54F8A}" sibTransId="{4AA8752E-766F-4A29-8B92-35A8228FD2E0}"/>
    <dgm:cxn modelId="{1ECA220B-E98F-4EA0-8F96-044D1AE75230}" srcId="{DA5DFAD8-E443-4F53-9341-A0903BBBD378}" destId="{E6F85DD5-7367-4967-ACD9-AF3408C2EF80}" srcOrd="7" destOrd="0" parTransId="{32BC6088-6149-4924-B138-BCC5A2D4750D}" sibTransId="{A3B64095-AC89-4EC9-84A6-E588ACDEB37E}"/>
    <dgm:cxn modelId="{1E8B780C-9E32-414A-87C7-432A1FE27C2E}" type="presOf" srcId="{4B559CCC-C69E-4B3F-8BCE-CCEC04638768}" destId="{6D1DBE5E-75CA-4B69-858E-6B862418F3AB}" srcOrd="0" destOrd="1" presId="urn:microsoft.com/office/officeart/2005/8/layout/hList1"/>
    <dgm:cxn modelId="{D10A5C0D-95CD-416F-A0D5-4F79B95926F2}" srcId="{DA5DFAD8-E443-4F53-9341-A0903BBBD378}" destId="{4E65302A-37F8-4395-BC22-E5039D92B40C}" srcOrd="9" destOrd="0" parTransId="{7AA40488-0E7E-40F6-8F68-00F05B3AE941}" sibTransId="{9B35CAD5-1C95-4BCB-898A-1930A73D1EE1}"/>
    <dgm:cxn modelId="{E23CE717-477C-48C7-93F9-9A957E54C28C}" type="presOf" srcId="{684CAD5A-6537-4EEC-872E-12CE27B621E7}" destId="{EA81ED6A-A7EA-4137-A3DC-D16E79F1B938}" srcOrd="0" destOrd="1" presId="urn:microsoft.com/office/officeart/2005/8/layout/hList1"/>
    <dgm:cxn modelId="{6B6AFB17-6C80-462E-A4DA-3B50B2061C58}" srcId="{4C8BFA56-3F75-4CAD-90A3-2F214D699322}" destId="{4B559CCC-C69E-4B3F-8BCE-CCEC04638768}" srcOrd="1" destOrd="0" parTransId="{A010DB5D-4DE4-4042-93DB-29328076BB0E}" sibTransId="{A34ABE87-241B-4BC3-9BB6-CD1EA241FEF1}"/>
    <dgm:cxn modelId="{1C20AB19-AE09-48F4-A874-5F6109FA857D}" srcId="{DA5DFAD8-E443-4F53-9341-A0903BBBD378}" destId="{37D059FF-C6DF-49BF-9334-62E3E90354EA}" srcOrd="3" destOrd="0" parTransId="{78DB4EF5-0CFC-4F6A-98AF-4E7B516811E6}" sibTransId="{83998129-E286-4DE8-8E08-2A95B14B1CE4}"/>
    <dgm:cxn modelId="{877B3C1A-839E-4419-A916-B4E946768D4D}" srcId="{4C8BFA56-3F75-4CAD-90A3-2F214D699322}" destId="{B6B39D33-D046-47BE-829F-7DE9C1355A93}" srcOrd="0" destOrd="0" parTransId="{E15A7BCB-F8C9-469E-AAD5-364C09881B8A}" sibTransId="{AC756B1C-E9B8-4AF1-AAAF-F8402FE8B80B}"/>
    <dgm:cxn modelId="{D205DD1D-64A4-4BC0-AAE0-B5ED0EFA1BCA}" srcId="{4C8BFA56-3F75-4CAD-90A3-2F214D699322}" destId="{0FD0EF3F-60D4-407F-9EFA-0625C91E24E4}" srcOrd="2" destOrd="0" parTransId="{EA1C00F9-DFF9-4FD8-8533-30D13AE0F0E2}" sibTransId="{36C958CA-624E-452D-AAE2-F7F1A6EA40B7}"/>
    <dgm:cxn modelId="{030F7D22-8E1E-4D43-A866-5239D8ECF15A}" type="presOf" srcId="{ED8D8A78-2DFF-4FA8-8B41-13DC8B3C31FE}" destId="{E4FD5043-5612-43C5-B6AE-CCD431549399}" srcOrd="0" destOrd="5" presId="urn:microsoft.com/office/officeart/2005/8/layout/hList1"/>
    <dgm:cxn modelId="{12CE7628-25AA-4914-9658-872E840565E7}" type="presOf" srcId="{0FD0EF3F-60D4-407F-9EFA-0625C91E24E4}" destId="{6D1DBE5E-75CA-4B69-858E-6B862418F3AB}" srcOrd="0" destOrd="2" presId="urn:microsoft.com/office/officeart/2005/8/layout/hList1"/>
    <dgm:cxn modelId="{4298CD2F-639D-4A9C-A99F-8AA41114021C}" type="presOf" srcId="{08FEE621-A0C1-422E-A5BB-B56941888D5D}" destId="{E4FD5043-5612-43C5-B6AE-CCD431549399}" srcOrd="0" destOrd="3" presId="urn:microsoft.com/office/officeart/2005/8/layout/hList1"/>
    <dgm:cxn modelId="{C2BE8C3A-0FC4-4293-AB18-0BCB339DFE48}" type="presOf" srcId="{4D00518D-ECDF-48CB-A6E3-454C750E85AE}" destId="{6D1DBE5E-75CA-4B69-858E-6B862418F3AB}" srcOrd="0" destOrd="5" presId="urn:microsoft.com/office/officeart/2005/8/layout/hList1"/>
    <dgm:cxn modelId="{3DD9F93B-A212-4DC4-AC28-F0E3E6956F8C}" type="presOf" srcId="{3E609D53-0657-4D59-B2D8-264F5C5A9951}" destId="{E4FD5043-5612-43C5-B6AE-CCD431549399}" srcOrd="0" destOrd="4" presId="urn:microsoft.com/office/officeart/2005/8/layout/hList1"/>
    <dgm:cxn modelId="{8A73463D-7C1C-415E-918F-6F29E9D21A7D}" type="presOf" srcId="{0E822707-7E89-4D47-B136-4EE8318755E7}" destId="{6D1DBE5E-75CA-4B69-858E-6B862418F3AB}" srcOrd="0" destOrd="4" presId="urn:microsoft.com/office/officeart/2005/8/layout/hList1"/>
    <dgm:cxn modelId="{3572B742-5BA2-4DD6-8152-52F88D59BD39}" srcId="{ABA77F75-8642-4931-8D7E-BE6C6DB9940D}" destId="{113C72B7-B72F-4DA5-B6D3-EF3D8F1E83D1}" srcOrd="0" destOrd="0" parTransId="{FDB6A51A-7B5A-4E84-A522-BA8A118A19A6}" sibTransId="{7EDA84B5-4F08-4AD3-9A28-2910F4C77E59}"/>
    <dgm:cxn modelId="{4FD86043-57F6-4E87-9C0B-EA63D1C96B8F}" srcId="{DA5DFAD8-E443-4F53-9341-A0903BBBD378}" destId="{4156E644-4990-41B6-B596-B915F8AC2D61}" srcOrd="8" destOrd="0" parTransId="{45D9906E-1287-431D-B74F-82709E51B1CB}" sibTransId="{FC8E7D80-4296-439F-A7CE-0609582FC58C}"/>
    <dgm:cxn modelId="{015A6444-F146-45D0-9D84-B6AE6B618EDF}" type="presOf" srcId="{37D059FF-C6DF-49BF-9334-62E3E90354EA}" destId="{EA81ED6A-A7EA-4137-A3DC-D16E79F1B938}" srcOrd="0" destOrd="3" presId="urn:microsoft.com/office/officeart/2005/8/layout/hList1"/>
    <dgm:cxn modelId="{5B0C9A68-3F4F-422F-B5AA-4E78692D7815}" type="presOf" srcId="{B6B39D33-D046-47BE-829F-7DE9C1355A93}" destId="{6D1DBE5E-75CA-4B69-858E-6B862418F3AB}" srcOrd="0" destOrd="0" presId="urn:microsoft.com/office/officeart/2005/8/layout/hList1"/>
    <dgm:cxn modelId="{7F9C9C69-B8C5-4B81-B7BC-CB0458F800AC}" type="presOf" srcId="{113C72B7-B72F-4DA5-B6D3-EF3D8F1E83D1}" destId="{E4FD5043-5612-43C5-B6AE-CCD431549399}" srcOrd="0" destOrd="0" presId="urn:microsoft.com/office/officeart/2005/8/layout/hList1"/>
    <dgm:cxn modelId="{FBF55C4D-0B8C-4F11-999E-34A5F3E9ED6B}" srcId="{DA5DFAD8-E443-4F53-9341-A0903BBBD378}" destId="{2C960BA2-E8B2-4740-892B-B5DF86CBA913}" srcOrd="6" destOrd="0" parTransId="{FFC6E0D1-2ADC-4B98-80AF-1BE78DDCF798}" sibTransId="{0C176DA2-C086-4F16-AE14-B462CEC6F2DB}"/>
    <dgm:cxn modelId="{AAB51B4E-9C46-4794-8CD4-E82AA23B5A4F}" type="presOf" srcId="{2C960BA2-E8B2-4740-892B-B5DF86CBA913}" destId="{EA81ED6A-A7EA-4137-A3DC-D16E79F1B938}" srcOrd="0" destOrd="6" presId="urn:microsoft.com/office/officeart/2005/8/layout/hList1"/>
    <dgm:cxn modelId="{BBB62255-5B63-46C6-8621-39FB774C6298}" type="presOf" srcId="{73CAD2D4-8A3A-438F-9D54-95DF2547FF5A}" destId="{E4FD5043-5612-43C5-B6AE-CCD431549399}" srcOrd="0" destOrd="2" presId="urn:microsoft.com/office/officeart/2005/8/layout/hList1"/>
    <dgm:cxn modelId="{66E46055-8B82-46EE-9E18-879545D4EDAC}" srcId="{ABA77F75-8642-4931-8D7E-BE6C6DB9940D}" destId="{3E609D53-0657-4D59-B2D8-264F5C5A9951}" srcOrd="4" destOrd="0" parTransId="{F6DF798D-D12F-4DC7-B479-7F449A84861E}" sibTransId="{C38DBDCE-464B-4178-86C0-B89D341EEABC}"/>
    <dgm:cxn modelId="{92C50C7D-EC9D-4D69-8870-77786A5AAF20}" type="presOf" srcId="{2369B913-8CB4-4EBA-9793-174C763AA7A0}" destId="{EA81ED6A-A7EA-4137-A3DC-D16E79F1B938}" srcOrd="0" destOrd="0" presId="urn:microsoft.com/office/officeart/2005/8/layout/hList1"/>
    <dgm:cxn modelId="{AAECF784-8F1D-4908-B93D-837F49AB8751}" type="presOf" srcId="{CF9FC193-7A05-4631-B681-B56EAB543D38}" destId="{DE3F77CF-6A8C-4783-A2CE-00E88C4199CB}" srcOrd="0" destOrd="0" presId="urn:microsoft.com/office/officeart/2005/8/layout/hList1"/>
    <dgm:cxn modelId="{2A048A8A-D3E9-4D78-97F5-CDA37AB1D412}" type="presOf" srcId="{DA5DFAD8-E443-4F53-9341-A0903BBBD378}" destId="{23D06E36-F688-4B37-8BB8-73015E665B0E}" srcOrd="0" destOrd="0" presId="urn:microsoft.com/office/officeart/2005/8/layout/hList1"/>
    <dgm:cxn modelId="{B7306D9C-28B6-4CD6-A2EE-DF4C330A59C4}" srcId="{4C8BFA56-3F75-4CAD-90A3-2F214D699322}" destId="{4D00518D-ECDF-48CB-A6E3-454C750E85AE}" srcOrd="5" destOrd="0" parTransId="{452E755B-53D2-4F60-AC82-A217BDD54254}" sibTransId="{9842B408-C2A0-4456-9BB4-C0208DA0C4A4}"/>
    <dgm:cxn modelId="{8FF1929E-3C59-4394-AB3A-DAB921FED3DD}" type="presOf" srcId="{66F14307-FF0C-4E9A-86C5-E1022429F116}" destId="{EA81ED6A-A7EA-4137-A3DC-D16E79F1B938}" srcOrd="0" destOrd="5" presId="urn:microsoft.com/office/officeart/2005/8/layout/hList1"/>
    <dgm:cxn modelId="{068FD29F-520C-4345-99CF-F1F9FDD55412}" type="presOf" srcId="{E61A005B-155C-48D2-A58A-8056CA51A9F0}" destId="{6D1DBE5E-75CA-4B69-858E-6B862418F3AB}" srcOrd="0" destOrd="3" presId="urn:microsoft.com/office/officeart/2005/8/layout/hList1"/>
    <dgm:cxn modelId="{AF8074A1-A55B-44B0-98DC-DD30F9AB63F4}" srcId="{ABA77F75-8642-4931-8D7E-BE6C6DB9940D}" destId="{AF04E664-593D-4636-A280-020CC7CAF966}" srcOrd="1" destOrd="0" parTransId="{851C05C3-1250-43E9-9A69-4C0803DB4219}" sibTransId="{0B980ED3-2688-4694-9367-5D15FDF4AAD0}"/>
    <dgm:cxn modelId="{C2F47EAE-AEA7-4AAC-88B9-46A2D5F2F9CE}" type="presOf" srcId="{E6F85DD5-7367-4967-ACD9-AF3408C2EF80}" destId="{EA81ED6A-A7EA-4137-A3DC-D16E79F1B938}" srcOrd="0" destOrd="7" presId="urn:microsoft.com/office/officeart/2005/8/layout/hList1"/>
    <dgm:cxn modelId="{0073D4C3-F488-4F79-B637-186FAECF6BAD}" srcId="{CF9FC193-7A05-4631-B681-B56EAB543D38}" destId="{DA5DFAD8-E443-4F53-9341-A0903BBBD378}" srcOrd="2" destOrd="0" parTransId="{F6012B3B-01B0-4E7C-A363-0177B95D3DD8}" sibTransId="{76D9F54E-47B3-4FE0-B465-AD673964072E}"/>
    <dgm:cxn modelId="{657D6EC8-2039-4B48-9375-53714506057C}" type="presOf" srcId="{4E65302A-37F8-4395-BC22-E5039D92B40C}" destId="{EA81ED6A-A7EA-4137-A3DC-D16E79F1B938}" srcOrd="0" destOrd="9" presId="urn:microsoft.com/office/officeart/2005/8/layout/hList1"/>
    <dgm:cxn modelId="{D693E2C9-527E-4C7F-A084-514945854354}" type="presOf" srcId="{43EF0390-29B7-42D0-845B-EF791F5A89E8}" destId="{EA81ED6A-A7EA-4137-A3DC-D16E79F1B938}" srcOrd="0" destOrd="4" presId="urn:microsoft.com/office/officeart/2005/8/layout/hList1"/>
    <dgm:cxn modelId="{4A93C9D0-7137-4144-9624-44533270232A}" type="presOf" srcId="{4156E644-4990-41B6-B596-B915F8AC2D61}" destId="{EA81ED6A-A7EA-4137-A3DC-D16E79F1B938}" srcOrd="0" destOrd="8" presId="urn:microsoft.com/office/officeart/2005/8/layout/hList1"/>
    <dgm:cxn modelId="{FA12DBD2-750B-4541-B895-055D0E0649F8}" srcId="{4C8BFA56-3F75-4CAD-90A3-2F214D699322}" destId="{0E822707-7E89-4D47-B136-4EE8318755E7}" srcOrd="4" destOrd="0" parTransId="{D8BFB669-DF86-401D-A001-7EDA62F216DE}" sibTransId="{A67F1B1B-B1AD-4093-9283-0BB6F7CFC4FC}"/>
    <dgm:cxn modelId="{4E21C5D3-FA97-4E62-8CC9-01B68E76021E}" type="presOf" srcId="{ABA77F75-8642-4931-8D7E-BE6C6DB9940D}" destId="{055A5EAB-EAE0-4501-8649-31F112FF9AD5}" srcOrd="0" destOrd="0" presId="urn:microsoft.com/office/officeart/2005/8/layout/hList1"/>
    <dgm:cxn modelId="{90E0A3D4-81E6-468D-A8C9-65612788EAE0}" type="presOf" srcId="{AF04E664-593D-4636-A280-020CC7CAF966}" destId="{E4FD5043-5612-43C5-B6AE-CCD431549399}" srcOrd="0" destOrd="1" presId="urn:microsoft.com/office/officeart/2005/8/layout/hList1"/>
    <dgm:cxn modelId="{80F765D5-9EC1-44B3-A832-396B874857FA}" srcId="{DA5DFAD8-E443-4F53-9341-A0903BBBD378}" destId="{684CAD5A-6537-4EEC-872E-12CE27B621E7}" srcOrd="1" destOrd="0" parTransId="{82384364-68A3-4FFA-9D92-6A5CD253C733}" sibTransId="{6F02EB59-C94D-4950-B846-2D5664F6E0B1}"/>
    <dgm:cxn modelId="{00FC51DB-E477-4D9D-BD8A-A0F84670E241}" srcId="{DA5DFAD8-E443-4F53-9341-A0903BBBD378}" destId="{66F14307-FF0C-4E9A-86C5-E1022429F116}" srcOrd="5" destOrd="0" parTransId="{8ED33561-D961-421B-8753-78BD6938B918}" sibTransId="{B8267D2B-9473-4284-89C5-BCBB8069E76B}"/>
    <dgm:cxn modelId="{4CD5FCDD-1F8A-43A3-BD77-CBE3B3864C41}" srcId="{CF9FC193-7A05-4631-B681-B56EAB543D38}" destId="{4C8BFA56-3F75-4CAD-90A3-2F214D699322}" srcOrd="0" destOrd="0" parTransId="{9A6E3B20-A734-4412-84CF-0134D93D4B28}" sibTransId="{7B50916F-B8BA-427F-B9F0-A301E54D7FB3}"/>
    <dgm:cxn modelId="{5608EDE0-4D6F-4CA6-A07F-4F7AA4E6384B}" srcId="{ABA77F75-8642-4931-8D7E-BE6C6DB9940D}" destId="{73CAD2D4-8A3A-438F-9D54-95DF2547FF5A}" srcOrd="2" destOrd="0" parTransId="{1A3C1C3C-B996-47B3-909B-C10CA0B11688}" sibTransId="{BB5F0159-B1B4-4E34-9B53-E9DD1A9DB286}"/>
    <dgm:cxn modelId="{C30CD3E7-C080-4456-85FC-590A63089CCE}" srcId="{DA5DFAD8-E443-4F53-9341-A0903BBBD378}" destId="{E3DDC09C-9A72-476D-84A5-EE7B507C5AA2}" srcOrd="2" destOrd="0" parTransId="{96869E63-FF3A-4DBB-BBFF-6630901A0B67}" sibTransId="{09199200-D09D-446B-9831-31B7CFA04F22}"/>
    <dgm:cxn modelId="{D959B3EA-A66A-4B40-901C-93ECD4985A93}" srcId="{CF9FC193-7A05-4631-B681-B56EAB543D38}" destId="{ABA77F75-8642-4931-8D7E-BE6C6DB9940D}" srcOrd="1" destOrd="0" parTransId="{FCF9AE1B-B22B-4F91-BFD8-DDBBF762F128}" sibTransId="{1A095211-ADB0-42CA-9F24-F1BC942872F3}"/>
    <dgm:cxn modelId="{53B425EB-5F2C-42AC-A480-4134799F2983}" srcId="{ABA77F75-8642-4931-8D7E-BE6C6DB9940D}" destId="{08FEE621-A0C1-422E-A5BB-B56941888D5D}" srcOrd="3" destOrd="0" parTransId="{CEFF8E13-5DED-4F7B-B43F-A8FD7EDEEE93}" sibTransId="{1E7703C0-C769-4857-B04B-832A4666E2ED}"/>
    <dgm:cxn modelId="{831759F0-0243-4877-83C5-7C3D11D5CF47}" srcId="{4C8BFA56-3F75-4CAD-90A3-2F214D699322}" destId="{E61A005B-155C-48D2-A58A-8056CA51A9F0}" srcOrd="3" destOrd="0" parTransId="{453671AE-84B3-47E7-A811-DEC2B76CBE4D}" sibTransId="{FB81CC0E-C3BB-442B-8DB2-2122CF308270}"/>
    <dgm:cxn modelId="{27D1EAF1-3A1D-4E0D-A4D1-322DC8913BDB}" type="presOf" srcId="{4C8BFA56-3F75-4CAD-90A3-2F214D699322}" destId="{39DF6D4B-8567-4627-8D36-F7C079C6F56F}" srcOrd="0" destOrd="0" presId="urn:microsoft.com/office/officeart/2005/8/layout/hList1"/>
    <dgm:cxn modelId="{3BC895F2-125E-4263-8505-D7FBD87D2A8B}" srcId="{DA5DFAD8-E443-4F53-9341-A0903BBBD378}" destId="{2369B913-8CB4-4EBA-9793-174C763AA7A0}" srcOrd="0" destOrd="0" parTransId="{520FBAF5-FA8D-45CD-B146-E5E54A45B673}" sibTransId="{6BA8BBAC-D06B-4EE3-82C9-53A18DB96A33}"/>
    <dgm:cxn modelId="{A2CB83FA-CA5F-4711-998C-F24DD9E5E332}" type="presOf" srcId="{E3DDC09C-9A72-476D-84A5-EE7B507C5AA2}" destId="{EA81ED6A-A7EA-4137-A3DC-D16E79F1B938}" srcOrd="0" destOrd="2" presId="urn:microsoft.com/office/officeart/2005/8/layout/hList1"/>
    <dgm:cxn modelId="{B574C810-E68B-4026-BAF4-607266E5F72D}" type="presParOf" srcId="{DE3F77CF-6A8C-4783-A2CE-00E88C4199CB}" destId="{0FBA5EAC-A51E-4D5D-BB8B-D468000CF793}" srcOrd="0" destOrd="0" presId="urn:microsoft.com/office/officeart/2005/8/layout/hList1"/>
    <dgm:cxn modelId="{33AC0F02-0FE3-4202-B1B5-E7DF8C1AE167}" type="presParOf" srcId="{0FBA5EAC-A51E-4D5D-BB8B-D468000CF793}" destId="{39DF6D4B-8567-4627-8D36-F7C079C6F56F}" srcOrd="0" destOrd="0" presId="urn:microsoft.com/office/officeart/2005/8/layout/hList1"/>
    <dgm:cxn modelId="{053DEA1F-91DE-49B5-BE4D-3DE2952C550E}" type="presParOf" srcId="{0FBA5EAC-A51E-4D5D-BB8B-D468000CF793}" destId="{6D1DBE5E-75CA-4B69-858E-6B862418F3AB}" srcOrd="1" destOrd="0" presId="urn:microsoft.com/office/officeart/2005/8/layout/hList1"/>
    <dgm:cxn modelId="{77DC844C-6C6C-4CF0-ADFD-6FA4FE07C470}" type="presParOf" srcId="{DE3F77CF-6A8C-4783-A2CE-00E88C4199CB}" destId="{E6A808DA-67B5-44D9-BE4D-E27DBE2B82CD}" srcOrd="1" destOrd="0" presId="urn:microsoft.com/office/officeart/2005/8/layout/hList1"/>
    <dgm:cxn modelId="{A09CCE6C-77C7-4B5A-B9DA-7E705F8B286E}" type="presParOf" srcId="{DE3F77CF-6A8C-4783-A2CE-00E88C4199CB}" destId="{3B158D6E-E3AA-49BB-988A-758B59ED8F3B}" srcOrd="2" destOrd="0" presId="urn:microsoft.com/office/officeart/2005/8/layout/hList1"/>
    <dgm:cxn modelId="{817F5423-5421-4F7E-968E-B3D3A624058B}" type="presParOf" srcId="{3B158D6E-E3AA-49BB-988A-758B59ED8F3B}" destId="{055A5EAB-EAE0-4501-8649-31F112FF9AD5}" srcOrd="0" destOrd="0" presId="urn:microsoft.com/office/officeart/2005/8/layout/hList1"/>
    <dgm:cxn modelId="{63113D3E-83F3-4A52-BAD6-246138FEC15C}" type="presParOf" srcId="{3B158D6E-E3AA-49BB-988A-758B59ED8F3B}" destId="{E4FD5043-5612-43C5-B6AE-CCD431549399}" srcOrd="1" destOrd="0" presId="urn:microsoft.com/office/officeart/2005/8/layout/hList1"/>
    <dgm:cxn modelId="{6DF49720-E4F0-4625-B768-1FADCBFE92E0}" type="presParOf" srcId="{DE3F77CF-6A8C-4783-A2CE-00E88C4199CB}" destId="{3E20F600-AFBC-427F-8295-F096F694BC17}" srcOrd="3" destOrd="0" presId="urn:microsoft.com/office/officeart/2005/8/layout/hList1"/>
    <dgm:cxn modelId="{C0F7FF12-72ED-4C65-8A42-67FCEE3903CF}" type="presParOf" srcId="{DE3F77CF-6A8C-4783-A2CE-00E88C4199CB}" destId="{173DA3A6-F783-42D4-9ED8-FD330979BCEA}" srcOrd="4" destOrd="0" presId="urn:microsoft.com/office/officeart/2005/8/layout/hList1"/>
    <dgm:cxn modelId="{67AEDA95-4E81-49EB-9136-C42824BC288A}" type="presParOf" srcId="{173DA3A6-F783-42D4-9ED8-FD330979BCEA}" destId="{23D06E36-F688-4B37-8BB8-73015E665B0E}" srcOrd="0" destOrd="0" presId="urn:microsoft.com/office/officeart/2005/8/layout/hList1"/>
    <dgm:cxn modelId="{190091E1-69E5-482F-89E9-B5A6338D6BCD}" type="presParOf" srcId="{173DA3A6-F783-42D4-9ED8-FD330979BCEA}" destId="{EA81ED6A-A7EA-4137-A3DC-D16E79F1B938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DF6D4B-8567-4627-8D36-F7C079C6F56F}">
      <dsp:nvSpPr>
        <dsp:cNvPr id="0" name=""/>
        <dsp:cNvSpPr/>
      </dsp:nvSpPr>
      <dsp:spPr>
        <a:xfrm>
          <a:off x="18449" y="0"/>
          <a:ext cx="2520706" cy="979200"/>
        </a:xfrm>
        <a:prstGeom prst="rect">
          <a:avLst/>
        </a:prstGeom>
        <a:solidFill>
          <a:schemeClr val="accent4">
            <a:lumMod val="40000"/>
            <a:lumOff val="60000"/>
          </a:schemeClr>
        </a:solid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" sz="1800" b="1" kern="1200" dirty="0">
              <a:ln>
                <a:solidFill>
                  <a:schemeClr val="tx1"/>
                </a:solidFill>
              </a:ln>
              <a:solidFill>
                <a:schemeClr val="accent3">
                  <a:lumMod val="75000"/>
                </a:schemeClr>
              </a:solidFill>
              <a:effectLst>
                <a:outerShdw blurRad="50800" dist="50800" dir="5400000" sx="1000" sy="1000" algn="ctr" rotWithShape="0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Algorithme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" sz="1800" b="1" kern="1200" dirty="0">
              <a:ln>
                <a:solidFill>
                  <a:schemeClr val="tx1"/>
                </a:solidFill>
              </a:ln>
              <a:solidFill>
                <a:schemeClr val="accent3">
                  <a:lumMod val="75000"/>
                </a:schemeClr>
              </a:solidFill>
              <a:effectLst>
                <a:outerShdw blurRad="50800" dist="50800" dir="5400000" sx="1000" sy="1000" algn="ctr" rotWithShape="0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Bruteforce</a:t>
          </a:r>
        </a:p>
      </dsp:txBody>
      <dsp:txXfrm>
        <a:off x="18449" y="0"/>
        <a:ext cx="2520706" cy="979200"/>
      </dsp:txXfrm>
    </dsp:sp>
    <dsp:sp modelId="{6D1DBE5E-75CA-4B69-858E-6B862418F3AB}">
      <dsp:nvSpPr>
        <dsp:cNvPr id="0" name=""/>
        <dsp:cNvSpPr/>
      </dsp:nvSpPr>
      <dsp:spPr>
        <a:xfrm>
          <a:off x="10471" y="965532"/>
          <a:ext cx="2524046" cy="2528659"/>
        </a:xfrm>
        <a:prstGeom prst="rect">
          <a:avLst/>
        </a:prstGeom>
        <a:solidFill>
          <a:schemeClr val="accent4">
            <a:lumMod val="20000"/>
            <a:lumOff val="80000"/>
            <a:alpha val="90000"/>
          </a:schemeClr>
        </a:solid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64008" rIns="85344" bIns="96012" numCol="1" spcCol="1270" rtlCol="0" anchor="t" anchorCtr="0">
          <a:noAutofit/>
        </a:bodyPr>
        <a:lstStyle/>
        <a:p>
          <a:pPr marL="114300" lvl="1" indent="-114300" algn="l" defTabSz="533400" rtl="0">
            <a:lnSpc>
              <a:spcPct val="15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None/>
          </a:pPr>
          <a:r>
            <a:rPr lang="fr" sz="1200" b="1" kern="1200" dirty="0">
              <a:solidFill>
                <a:schemeClr val="accent3">
                  <a:lumMod val="7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Data 1 (20 lignes) :</a:t>
          </a:r>
        </a:p>
        <a:p>
          <a:pPr marL="114300" lvl="1" indent="-114300" algn="l" defTabSz="533400" rtl="0">
            <a:lnSpc>
              <a:spcPct val="15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fr" sz="1200" b="0" kern="1200" dirty="0">
              <a:solidFill>
                <a:schemeClr val="accent3">
                  <a:lumMod val="7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Tps exécution : 4,36 secondes</a:t>
          </a:r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fr" sz="1200" b="0" kern="1200" dirty="0">
              <a:solidFill>
                <a:schemeClr val="accent3">
                  <a:lumMod val="7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RAM utilisée : 218,54 Mio</a:t>
          </a:r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endParaRPr lang="fr" sz="1200" b="1" kern="1200" dirty="0">
            <a:solidFill>
              <a:schemeClr val="accent3">
                <a:lumMod val="75000"/>
              </a:schemeClr>
            </a:solidFill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endParaRPr lang="fr" sz="1200" b="1" kern="1200" dirty="0">
            <a:solidFill>
              <a:schemeClr val="accent3">
                <a:lumMod val="75000"/>
              </a:schemeClr>
            </a:solidFill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  <a:p>
          <a:pPr marL="114300" lvl="1" indent="-114300" algn="l" defTabSz="533400" rtl="0">
            <a:lnSpc>
              <a:spcPct val="15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endParaRPr lang="fr" sz="1200" b="1" kern="1200" dirty="0">
            <a:solidFill>
              <a:schemeClr val="accent3">
                <a:lumMod val="75000"/>
              </a:schemeClr>
            </a:solidFill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10471" y="965532"/>
        <a:ext cx="2524046" cy="2528659"/>
      </dsp:txXfrm>
    </dsp:sp>
    <dsp:sp modelId="{055A5EAB-EAE0-4501-8649-31F112FF9AD5}">
      <dsp:nvSpPr>
        <dsp:cNvPr id="0" name=""/>
        <dsp:cNvSpPr/>
      </dsp:nvSpPr>
      <dsp:spPr>
        <a:xfrm>
          <a:off x="3105499" y="442"/>
          <a:ext cx="2545568" cy="979200"/>
        </a:xfrm>
        <a:prstGeom prst="rect">
          <a:avLst/>
        </a:prstGeom>
        <a:solidFill>
          <a:schemeClr val="accent4">
            <a:lumMod val="40000"/>
            <a:lumOff val="60000"/>
          </a:schemeClr>
        </a:solid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rtlCol="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" sz="1800" b="1" kern="1200" dirty="0">
              <a:ln>
                <a:solidFill>
                  <a:schemeClr val="tx1"/>
                </a:solidFill>
              </a:ln>
              <a:solidFill>
                <a:schemeClr val="accent3">
                  <a:lumMod val="75000"/>
                </a:schemeClr>
              </a:solidFill>
              <a:effectLst>
                <a:outerShdw blurRad="50800" dist="50800" dir="5400000" sx="1000" sy="1000" algn="ctr" rotWithShape="0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Algorithme</a:t>
          </a:r>
        </a:p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" sz="1800" b="1" kern="1200" dirty="0">
              <a:ln>
                <a:solidFill>
                  <a:schemeClr val="tx1"/>
                </a:solidFill>
              </a:ln>
              <a:solidFill>
                <a:schemeClr val="accent3">
                  <a:lumMod val="75000"/>
                </a:schemeClr>
              </a:solidFill>
              <a:effectLst>
                <a:outerShdw blurRad="50800" dist="50800" dir="5400000" sx="1000" sy="1000" algn="ctr" rotWithShape="0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Optimisé </a:t>
          </a:r>
        </a:p>
      </dsp:txBody>
      <dsp:txXfrm>
        <a:off x="3105499" y="442"/>
        <a:ext cx="2545568" cy="979200"/>
      </dsp:txXfrm>
    </dsp:sp>
    <dsp:sp modelId="{E4FD5043-5612-43C5-B6AE-CCD431549399}">
      <dsp:nvSpPr>
        <dsp:cNvPr id="0" name=""/>
        <dsp:cNvSpPr/>
      </dsp:nvSpPr>
      <dsp:spPr>
        <a:xfrm>
          <a:off x="3124238" y="969932"/>
          <a:ext cx="2521613" cy="2528659"/>
        </a:xfrm>
        <a:prstGeom prst="rect">
          <a:avLst/>
        </a:prstGeom>
        <a:solidFill>
          <a:schemeClr val="accent4">
            <a:lumMod val="20000"/>
            <a:lumOff val="80000"/>
            <a:alpha val="9000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64008" rIns="85344" bIns="96012" numCol="1" spcCol="1270" rtlCol="0" anchor="t" anchorCtr="0">
          <a:noAutofit/>
        </a:bodyPr>
        <a:lstStyle/>
        <a:p>
          <a:pPr marL="114300" lvl="1" indent="-114300" algn="l" defTabSz="533400" rtl="0">
            <a:lnSpc>
              <a:spcPct val="15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fr" sz="1200" b="1" kern="1200" dirty="0">
              <a:solidFill>
                <a:schemeClr val="accent3">
                  <a:lumMod val="7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Data 1 (20 lignes) :</a:t>
          </a:r>
          <a:endParaRPr lang="fr" sz="1200" kern="1200" dirty="0">
            <a:solidFill>
              <a:schemeClr val="accent3">
                <a:lumMod val="75000"/>
              </a:schemeClr>
            </a:solidFill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  <a:p>
          <a:pPr marL="114300" lvl="1" indent="-114300" algn="l" defTabSz="533400" rtl="0">
            <a:lnSpc>
              <a:spcPct val="15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fr" sz="1200" b="0" kern="1200" dirty="0">
              <a:solidFill>
                <a:schemeClr val="accent3">
                  <a:lumMod val="7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Tps exécution : 0,75 secondes</a:t>
          </a:r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fr" sz="1200" b="0" kern="1200" dirty="0">
              <a:solidFill>
                <a:schemeClr val="accent3">
                  <a:lumMod val="7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RAM utilisée : 67,77 Mio</a:t>
          </a:r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endParaRPr lang="fr" sz="1200" b="0" kern="1200" dirty="0">
            <a:solidFill>
              <a:schemeClr val="accent3">
                <a:lumMod val="75000"/>
              </a:schemeClr>
            </a:solidFill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endParaRPr lang="fr" sz="1200" b="0" kern="1200" dirty="0">
            <a:solidFill>
              <a:schemeClr val="accent3">
                <a:lumMod val="75000"/>
              </a:schemeClr>
            </a:solidFill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  <a:p>
          <a:pPr marL="114300" lvl="1" indent="-114300" algn="l" defTabSz="533400">
            <a:lnSpc>
              <a:spcPct val="15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endParaRPr lang="fr" sz="1200" b="0" kern="1200" dirty="0">
            <a:solidFill>
              <a:schemeClr val="accent3">
                <a:lumMod val="75000"/>
              </a:schemeClr>
            </a:solidFill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3124238" y="969932"/>
        <a:ext cx="2521613" cy="2528659"/>
      </dsp:txXfrm>
    </dsp:sp>
    <dsp:sp modelId="{23D06E36-F688-4B37-8BB8-73015E665B0E}">
      <dsp:nvSpPr>
        <dsp:cNvPr id="0" name=""/>
        <dsp:cNvSpPr/>
      </dsp:nvSpPr>
      <dsp:spPr>
        <a:xfrm>
          <a:off x="6228275" y="442"/>
          <a:ext cx="2817556" cy="979200"/>
        </a:xfrm>
        <a:prstGeom prst="rect">
          <a:avLst/>
        </a:prstGeom>
        <a:solidFill>
          <a:schemeClr val="accent4">
            <a:lumMod val="40000"/>
            <a:lumOff val="60000"/>
          </a:schemeClr>
        </a:solid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rtlCol="0" anchor="ctr" anchorCtr="0">
          <a:noAutofit/>
        </a:bodyPr>
        <a:lstStyle/>
        <a:p>
          <a:pPr marL="0" lvl="0" indent="0" algn="ctr" defTabSz="8001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" sz="1800" b="1" kern="1200" dirty="0">
              <a:ln>
                <a:solidFill>
                  <a:schemeClr val="tx1"/>
                </a:solidFill>
              </a:ln>
              <a:solidFill>
                <a:schemeClr val="accent3">
                  <a:lumMod val="75000"/>
                </a:schemeClr>
              </a:solidFill>
              <a:effectLst>
                <a:outerShdw blurRad="50800" dist="50800" dir="5400000" sx="1000" sy="1000" algn="ctr" rotWithShape="0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Algorithme </a:t>
          </a:r>
        </a:p>
        <a:p>
          <a:pPr marL="0" lvl="0" indent="0" algn="ctr" defTabSz="8001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" sz="1800" b="1" kern="1200" dirty="0">
              <a:ln>
                <a:solidFill>
                  <a:schemeClr val="tx1"/>
                </a:solidFill>
              </a:ln>
              <a:solidFill>
                <a:schemeClr val="accent3">
                  <a:lumMod val="75000"/>
                </a:schemeClr>
              </a:solidFill>
              <a:effectLst>
                <a:outerShdw blurRad="50800" dist="50800" dir="5400000" sx="1000" sy="1000" algn="ctr" rotWithShape="0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Optimisé</a:t>
          </a:r>
          <a:endParaRPr lang="fr" sz="1800" kern="1200" dirty="0">
            <a:solidFill>
              <a:schemeClr val="accent3">
                <a:lumMod val="75000"/>
              </a:schemeClr>
            </a:solidFill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6228275" y="442"/>
        <a:ext cx="2817556" cy="979200"/>
      </dsp:txXfrm>
    </dsp:sp>
    <dsp:sp modelId="{EA81ED6A-A7EA-4137-A3DC-D16E79F1B938}">
      <dsp:nvSpPr>
        <dsp:cNvPr id="0" name=""/>
        <dsp:cNvSpPr/>
      </dsp:nvSpPr>
      <dsp:spPr>
        <a:xfrm>
          <a:off x="6211000" y="980072"/>
          <a:ext cx="2817556" cy="2528659"/>
        </a:xfrm>
        <a:prstGeom prst="rect">
          <a:avLst/>
        </a:prstGeom>
        <a:solidFill>
          <a:schemeClr val="accent4">
            <a:lumMod val="20000"/>
            <a:lumOff val="80000"/>
            <a:alpha val="9000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64008" rIns="85344" bIns="96012" numCol="1" spcCol="1270" anchor="t" anchorCtr="0">
          <a:noAutofit/>
        </a:bodyPr>
        <a:lstStyle/>
        <a:p>
          <a:pPr marL="114300" lvl="1" indent="-114300" algn="l" defTabSz="533400">
            <a:lnSpc>
              <a:spcPct val="15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fr" sz="1200" b="1" kern="1200" dirty="0">
              <a:solidFill>
                <a:schemeClr val="accent3">
                  <a:lumMod val="7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Dataset 1 :</a:t>
          </a:r>
          <a:endParaRPr lang="fr-FR" sz="1200" kern="1200" dirty="0">
            <a:solidFill>
              <a:srgbClr val="27CED7">
                <a:lumMod val="75000"/>
              </a:srgbClr>
            </a:solidFill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  <a:p>
          <a:pPr marL="114300" lvl="1" indent="-114300" algn="l" defTabSz="533400">
            <a:lnSpc>
              <a:spcPct val="15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fr" sz="1200" b="0" kern="1200" dirty="0">
              <a:solidFill>
                <a:schemeClr val="accent3">
                  <a:lumMod val="7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Tps exécution : 36,63 secondes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fr" sz="1200" b="0" kern="1200" dirty="0">
              <a:solidFill>
                <a:schemeClr val="accent3">
                  <a:lumMod val="7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RAM utilisée : 67,83 Mio</a:t>
          </a:r>
        </a:p>
        <a:p>
          <a:pPr marL="114300" lvl="1" indent="-114300" algn="ctr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fr" sz="1200" b="0" kern="1200" dirty="0">
            <a:solidFill>
              <a:schemeClr val="accent3">
                <a:lumMod val="75000"/>
              </a:schemeClr>
            </a:solidFill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  <a:p>
          <a:pPr marL="114300" lvl="1" indent="-114300" algn="ctr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fr" sz="1200" b="0" kern="1200" dirty="0">
            <a:solidFill>
              <a:schemeClr val="accent3">
                <a:lumMod val="75000"/>
              </a:schemeClr>
            </a:solidFill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  <a:p>
          <a:pPr marL="114300" lvl="1" indent="-114300" algn="l" defTabSz="533400">
            <a:lnSpc>
              <a:spcPct val="15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fr" sz="1200" b="1" kern="1200" dirty="0">
              <a:solidFill>
                <a:schemeClr val="accent3">
                  <a:lumMod val="7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Dataset 2 :</a:t>
          </a:r>
          <a:endParaRPr lang="fr" sz="1200" b="0" kern="1200" dirty="0">
            <a:solidFill>
              <a:schemeClr val="accent3">
                <a:lumMod val="75000"/>
              </a:schemeClr>
            </a:solidFill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  <a:p>
          <a:pPr marL="114300" lvl="1" indent="-114300" algn="l" defTabSz="533400">
            <a:lnSpc>
              <a:spcPct val="15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fr" sz="1200" b="0" kern="1200" dirty="0">
              <a:solidFill>
                <a:schemeClr val="accent3">
                  <a:lumMod val="7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Tps exécution : 18,71 secondes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fr" sz="1200" b="0" kern="1200" dirty="0">
              <a:solidFill>
                <a:schemeClr val="accent3">
                  <a:lumMod val="7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RAM utilisée : 67,78 Mio</a:t>
          </a:r>
        </a:p>
        <a:p>
          <a:pPr marL="114300" lvl="1" indent="-114300" algn="ctr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fr-FR" sz="1200" kern="1200" dirty="0">
            <a:solidFill>
              <a:srgbClr val="27CED7">
                <a:lumMod val="75000"/>
              </a:srgbClr>
            </a:solidFill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  <a:p>
          <a:pPr marL="114300" lvl="1" indent="-114300" algn="ctr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fr-FR" sz="1200" kern="1200" dirty="0">
            <a:solidFill>
              <a:srgbClr val="27CED7">
                <a:lumMod val="75000"/>
              </a:srgbClr>
            </a:solidFill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6211000" y="980072"/>
        <a:ext cx="2817556" cy="252865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3F368B05-2D38-44D6-B8DA-599D4A9E42B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681012A-122D-475C-A900-C31EAF4E191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502FC4-2826-4189-9A5A-4802B82D90F9}" type="datetimeFigureOut">
              <a:rPr lang="fr-FR" smtClean="0"/>
              <a:t>30/05/24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2554434-9A0E-4261-9D33-B9B86CA7C17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F980ABD-941E-484C-95AE-BBA0656FBE2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79CB67-650C-4C62-AD51-A107FCCEC4E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5944601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 noProof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EA84B2-E620-4EFC-AE95-6DDE4155F805}" type="datetimeFigureOut">
              <a:rPr lang="fr-FR" noProof="0" smtClean="0"/>
              <a:t>30/05/24</a:t>
            </a:fld>
            <a:endParaRPr lang="fr-FR" noProof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 noProof="0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fr-FR" noProof="0" dirty="0"/>
              <a:t>Modifiez les styles du texte du masque</a:t>
            </a:r>
          </a:p>
          <a:p>
            <a:pPr lvl="1"/>
            <a:r>
              <a:rPr lang="fr-FR" noProof="0" dirty="0"/>
              <a:t>Deuxième niveau</a:t>
            </a:r>
          </a:p>
          <a:p>
            <a:pPr lvl="2"/>
            <a:r>
              <a:rPr lang="fr-FR" noProof="0" dirty="0"/>
              <a:t>Troisième niveau</a:t>
            </a:r>
          </a:p>
          <a:p>
            <a:pPr lvl="3"/>
            <a:r>
              <a:rPr lang="fr-FR" noProof="0" dirty="0"/>
              <a:t>Quatrième niveau</a:t>
            </a:r>
          </a:p>
          <a:p>
            <a:pPr lvl="4"/>
            <a:r>
              <a:rPr lang="fr-FR" noProof="0" dirty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E15328-2FD5-4AB1-B846-CCAE8EA09498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12457012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760775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176749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479356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977241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47659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264389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429892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32228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878571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324773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35909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Imag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e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 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orme libre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orme libre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orme libre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orme libre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orme libre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orme libre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orme libre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orme libre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orme libre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orme libre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orme libre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orme libre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orme libre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orme libre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orme libre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orme libre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orme libre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orme libre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orme libre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orme libre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orme libre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orme libre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orme libre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orme libre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orme libre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orme libre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orme libre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orme libre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orme libre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orme libre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orme libre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orme libre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orme libre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orme libre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orme libre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orme libre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orme libre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 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orme libre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orme libre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orme libre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orme libre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orme libre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orme libre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orme libre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orme libre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orme libre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orme libre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orme libre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orme libre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orme libre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rtlCol="0" anchor="b">
            <a:normAutofit/>
          </a:bodyPr>
          <a:lstStyle>
            <a:lvl1pPr algn="l">
              <a:defRPr sz="480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 rtlCol="0"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fr-FR" noProof="0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 rtlCol="0"/>
          <a:lstStyle/>
          <a:p>
            <a:pPr rtl="0"/>
            <a:fld id="{A02EAC81-5C99-4864-A0E8-CFA5C9ABA6C2}" type="datetime1">
              <a:rPr lang="fr-FR" noProof="0" smtClean="0"/>
              <a:t>30/05/24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4214254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/>
        <p:txBody>
          <a:bodyPr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01D7A6B-BCC2-4C21-BAE3-6AF1B840E56D}" type="datetime1">
              <a:rPr lang="fr-FR" noProof="0" smtClean="0"/>
              <a:t>30/05/24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4008808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rtlCol="0" anchor="b">
            <a:normAutofit/>
          </a:bodyPr>
          <a:lstStyle>
            <a:lvl1pPr>
              <a:defRPr sz="360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1141411" y="4424362"/>
            <a:ext cx="9906000" cy="1374776"/>
          </a:xfrm>
        </p:spPr>
        <p:txBody>
          <a:bodyPr rtlCol="0"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635DD21-33A0-42C5-A2E5-7493465514B7}" type="datetime1">
              <a:rPr lang="fr-FR" noProof="0" smtClean="0"/>
              <a:t>30/05/24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474279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 hasCustomPrompt="1"/>
          </p:nvPr>
        </p:nvSpPr>
        <p:spPr>
          <a:xfrm>
            <a:off x="1141410" y="2249486"/>
            <a:ext cx="4878389" cy="3541714"/>
          </a:xfrm>
        </p:spPr>
        <p:txBody>
          <a:bodyPr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6172200" y="2249486"/>
            <a:ext cx="4875211" cy="3541714"/>
          </a:xfrm>
        </p:spPr>
        <p:txBody>
          <a:bodyPr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8BC33FA-CEBE-4502-9F9B-2F0989154353}" type="datetime1">
              <a:rPr lang="fr-FR" noProof="0" smtClean="0"/>
              <a:t>30/05/24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01615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1141411" y="2249486"/>
            <a:ext cx="4878392" cy="823912"/>
          </a:xfrm>
        </p:spPr>
        <p:txBody>
          <a:bodyPr rtlCol="0"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1141410" y="3073397"/>
            <a:ext cx="4878391" cy="2717801"/>
          </a:xfrm>
        </p:spPr>
        <p:txBody>
          <a:bodyPr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2249485"/>
            <a:ext cx="4875210" cy="823912"/>
          </a:xfrm>
        </p:spPr>
        <p:txBody>
          <a:bodyPr rtlCol="0"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 hasCustomPrompt="1"/>
          </p:nvPr>
        </p:nvSpPr>
        <p:spPr>
          <a:xfrm>
            <a:off x="6172200" y="3073397"/>
            <a:ext cx="4875210" cy="2717801"/>
          </a:xfrm>
        </p:spPr>
        <p:txBody>
          <a:bodyPr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3ECB3ED-4851-4DE7-9A6A-4D7485AC63E3}" type="datetime1">
              <a:rPr lang="fr-FR" noProof="0" smtClean="0"/>
              <a:t>30/05/24</a:t>
            </a:fld>
            <a:endParaRPr lang="fr-FR" noProof="0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4082054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BDFEB93-A53E-490C-AF00-EDE3AFF9A36D}" type="datetime1">
              <a:rPr lang="fr-FR" noProof="0" smtClean="0"/>
              <a:t>30/05/24</a:t>
            </a:fld>
            <a:endParaRPr lang="fr-FR" noProof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956622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69093F2-5574-4FF9-B1D2-E15C695A74EF}" type="datetime1">
              <a:rPr lang="fr-FR" noProof="0" smtClean="0"/>
              <a:t>30/05/24</a:t>
            </a:fld>
            <a:endParaRPr lang="fr-FR" noProof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484141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5156200" y="592666"/>
            <a:ext cx="5891209" cy="5198534"/>
          </a:xfrm>
        </p:spPr>
        <p:txBody>
          <a:bodyPr rtlCol="0" anchor="ctr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1146705" y="2249486"/>
            <a:ext cx="3856037" cy="3541714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75F6C24-568D-4917-863C-3B89D44003D5}" type="datetime1">
              <a:rPr lang="fr-FR" noProof="0" smtClean="0"/>
              <a:t>30/05/24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069401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’image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1141410" y="2249486"/>
            <a:ext cx="5934511" cy="3541714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A202532-655D-448B-BCCD-E52581A788ED}" type="datetime1">
              <a:rPr lang="fr-FR" noProof="0" smtClean="0"/>
              <a:t>30/05/24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794255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rtlCol="0" anchor="b">
            <a:normAutofit/>
          </a:bodyPr>
          <a:lstStyle>
            <a:lvl1pPr>
              <a:defRPr sz="320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’image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1141364" y="5124020"/>
            <a:ext cx="9910859" cy="682472"/>
          </a:xfrm>
        </p:spPr>
        <p:txBody>
          <a:bodyPr rtlCol="0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ACE44FF-5CD6-4B82-B1F5-6AE86C9907EB}" type="datetime1">
              <a:rPr lang="fr-FR" noProof="0" smtClean="0"/>
              <a:t>30/05/24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153284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rtlCol="0" anchor="ctr">
            <a:normAutofit/>
          </a:bodyPr>
          <a:lstStyle>
            <a:lvl1pPr>
              <a:defRPr sz="360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1141410" y="4419599"/>
            <a:ext cx="9904459" cy="1371599"/>
          </a:xfrm>
        </p:spPr>
        <p:txBody>
          <a:bodyPr rtlCol="0"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B3B6F96-1DBA-403E-937D-37819E106CA7}" type="datetime1">
              <a:rPr lang="fr-FR" noProof="0" smtClean="0"/>
              <a:t>30/05/24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5424546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rtlCol="0" anchor="ctr">
            <a:normAutofit/>
          </a:bodyPr>
          <a:lstStyle>
            <a:lvl1pPr>
              <a:defRPr sz="360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12" name="Espace réservé du texte 3"/>
          <p:cNvSpPr>
            <a:spLocks noGrp="1"/>
          </p:cNvSpPr>
          <p:nvPr>
            <p:ph type="body" sz="half" idx="13" hasCustomPrompt="1"/>
          </p:nvPr>
        </p:nvSpPr>
        <p:spPr>
          <a:xfrm>
            <a:off x="1720644" y="3365557"/>
            <a:ext cx="8752299" cy="548968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1141411" y="4309919"/>
            <a:ext cx="9906002" cy="1489496"/>
          </a:xfrm>
        </p:spPr>
        <p:txBody>
          <a:bodyPr rtlCol="0"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5413907-E3EB-48AE-AB86-05A8E02730C7}" type="datetime1">
              <a:rPr lang="fr-FR" noProof="0" smtClean="0"/>
              <a:t>30/05/24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  <p:sp>
        <p:nvSpPr>
          <p:cNvPr id="60" name="Zone de texte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fr-FR" sz="8000" noProof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Zone de texte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fr-FR" sz="8000" noProof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052723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d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rtlCol="0" anchor="b">
            <a:normAutofit/>
          </a:bodyPr>
          <a:lstStyle>
            <a:lvl1pPr>
              <a:defRPr sz="360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1141364" y="4657655"/>
            <a:ext cx="9904505" cy="1140644"/>
          </a:xfrm>
        </p:spPr>
        <p:txBody>
          <a:bodyPr rtlCol="0"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2A7BD87-4162-417A-9B5A-2932BA9F7490}" type="datetime1">
              <a:rPr lang="fr-FR" noProof="0" smtClean="0"/>
              <a:t>30/05/24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405531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r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7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1141410" y="2674463"/>
            <a:ext cx="3196899" cy="685800"/>
          </a:xfrm>
        </p:spPr>
        <p:txBody>
          <a:bodyPr rtlCol="0"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8" name="Espace réservé du texte 3"/>
          <p:cNvSpPr>
            <a:spLocks noGrp="1"/>
          </p:cNvSpPr>
          <p:nvPr>
            <p:ph type="body" sz="half" idx="15" hasCustomPrompt="1"/>
          </p:nvPr>
        </p:nvSpPr>
        <p:spPr>
          <a:xfrm>
            <a:off x="1127918" y="3360263"/>
            <a:ext cx="3208735" cy="2430936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9" name="Espace réservé du texte 4"/>
          <p:cNvSpPr>
            <a:spLocks noGrp="1"/>
          </p:cNvSpPr>
          <p:nvPr>
            <p:ph type="body" sz="quarter" idx="3" hasCustomPrompt="1"/>
          </p:nvPr>
        </p:nvSpPr>
        <p:spPr>
          <a:xfrm>
            <a:off x="4514766" y="2677635"/>
            <a:ext cx="3184385" cy="685800"/>
          </a:xfrm>
        </p:spPr>
        <p:txBody>
          <a:bodyPr rtlCol="0"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10" name="Espace réservé du texte 3"/>
          <p:cNvSpPr>
            <a:spLocks noGrp="1"/>
          </p:cNvSpPr>
          <p:nvPr>
            <p:ph type="body" sz="half" idx="16" hasCustomPrompt="1"/>
          </p:nvPr>
        </p:nvSpPr>
        <p:spPr>
          <a:xfrm>
            <a:off x="4504213" y="3363435"/>
            <a:ext cx="3195830" cy="2430936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11" name="Espace réservé du texte 4"/>
          <p:cNvSpPr>
            <a:spLocks noGrp="1"/>
          </p:cNvSpPr>
          <p:nvPr>
            <p:ph type="body" sz="quarter" idx="13" hasCustomPrompt="1"/>
          </p:nvPr>
        </p:nvSpPr>
        <p:spPr>
          <a:xfrm>
            <a:off x="7852442" y="2674463"/>
            <a:ext cx="3194968" cy="685800"/>
          </a:xfrm>
        </p:spPr>
        <p:txBody>
          <a:bodyPr rtlCol="0"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12" name="Espace réservé du texte 3"/>
          <p:cNvSpPr>
            <a:spLocks noGrp="1"/>
          </p:cNvSpPr>
          <p:nvPr>
            <p:ph type="body" sz="half" idx="17" hasCustomPrompt="1"/>
          </p:nvPr>
        </p:nvSpPr>
        <p:spPr>
          <a:xfrm>
            <a:off x="7852442" y="3360263"/>
            <a:ext cx="3194968" cy="2430936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0004DDE-15BB-4C4D-B4EA-C083161A9948}" type="datetime1">
              <a:rPr lang="fr-FR" noProof="0" smtClean="0"/>
              <a:t>30/05/24</a:t>
            </a:fld>
            <a:endParaRPr lang="fr-FR" noProof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42696050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r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19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1141413" y="4404596"/>
            <a:ext cx="3195240" cy="576262"/>
          </a:xfrm>
        </p:spPr>
        <p:txBody>
          <a:bodyPr rtlCol="0"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20" name="Espace réservé d’image 2"/>
          <p:cNvSpPr>
            <a:spLocks noGrp="1" noChangeAspect="1"/>
          </p:cNvSpPr>
          <p:nvPr>
            <p:ph type="pic" idx="15" hasCustomPrompt="1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21" name="Espace réservé du texte 3"/>
          <p:cNvSpPr>
            <a:spLocks noGrp="1"/>
          </p:cNvSpPr>
          <p:nvPr>
            <p:ph type="body" sz="half" idx="18" hasCustomPrompt="1"/>
          </p:nvPr>
        </p:nvSpPr>
        <p:spPr>
          <a:xfrm>
            <a:off x="1141413" y="4980858"/>
            <a:ext cx="3195240" cy="817843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22" name="Espace réservé du texte 4"/>
          <p:cNvSpPr>
            <a:spLocks noGrp="1"/>
          </p:cNvSpPr>
          <p:nvPr>
            <p:ph type="body" sz="quarter" idx="3" hasCustomPrompt="1"/>
          </p:nvPr>
        </p:nvSpPr>
        <p:spPr>
          <a:xfrm>
            <a:off x="4489053" y="4404596"/>
            <a:ext cx="3200400" cy="576262"/>
          </a:xfrm>
        </p:spPr>
        <p:txBody>
          <a:bodyPr rtlCol="0"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23" name="Espace réservé d’image 2"/>
          <p:cNvSpPr>
            <a:spLocks noGrp="1" noChangeAspect="1"/>
          </p:cNvSpPr>
          <p:nvPr>
            <p:ph type="pic" idx="21" hasCustomPrompt="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24" name="Espace réservé du texte 3"/>
          <p:cNvSpPr>
            <a:spLocks noGrp="1"/>
          </p:cNvSpPr>
          <p:nvPr>
            <p:ph type="body" sz="half" idx="19" hasCustomPrompt="1"/>
          </p:nvPr>
        </p:nvSpPr>
        <p:spPr>
          <a:xfrm>
            <a:off x="4487593" y="4980857"/>
            <a:ext cx="3200400" cy="810342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25" name="Espace réservé du texte 4"/>
          <p:cNvSpPr>
            <a:spLocks noGrp="1"/>
          </p:cNvSpPr>
          <p:nvPr>
            <p:ph type="body" sz="quarter" idx="13" hasCustomPrompt="1"/>
          </p:nvPr>
        </p:nvSpPr>
        <p:spPr>
          <a:xfrm>
            <a:off x="7852567" y="4404595"/>
            <a:ext cx="3190741" cy="576262"/>
          </a:xfrm>
        </p:spPr>
        <p:txBody>
          <a:bodyPr rtlCol="0"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26" name="Espace réservé d’image 2"/>
          <p:cNvSpPr>
            <a:spLocks noGrp="1" noChangeAspect="1"/>
          </p:cNvSpPr>
          <p:nvPr>
            <p:ph type="pic" idx="22" hasCustomPrompt="1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27" name="Espace réservé du texte 3"/>
          <p:cNvSpPr>
            <a:spLocks noGrp="1"/>
          </p:cNvSpPr>
          <p:nvPr>
            <p:ph type="body" sz="half" idx="20" hasCustomPrompt="1"/>
          </p:nvPr>
        </p:nvSpPr>
        <p:spPr>
          <a:xfrm>
            <a:off x="7852442" y="4980854"/>
            <a:ext cx="3194968" cy="810345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E1F3B7E-0513-428C-82D7-BDF3AA9A4EA5}" type="datetime1">
              <a:rPr lang="fr-FR" noProof="0" smtClean="0"/>
              <a:t>30/05/24</a:t>
            </a:fld>
            <a:endParaRPr lang="fr-FR" noProof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820160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 anchor="t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2372795-7EAB-4160-A1B0-2F422ABD8E89}" type="datetime1">
              <a:rPr lang="fr-FR" noProof="0" smtClean="0"/>
              <a:t>30/05/24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6360534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1141410" y="609599"/>
            <a:ext cx="7748590" cy="5181601"/>
          </a:xfrm>
        </p:spPr>
        <p:txBody>
          <a:bodyPr vert="eaVert"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C2BF765-708F-4989-AE14-BAB9493E4588}" type="datetime1">
              <a:rPr lang="fr-FR" noProof="0" smtClean="0"/>
              <a:t>30/05/24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187062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e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e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 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orme libre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orme libre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orme libre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orme libre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orme libre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orme libre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orme libre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orme libre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orme libre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orme libre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gne 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orme libre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orme libre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orme libre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orme libre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orme libre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orme libre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orme libre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orme libre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orme libre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orme libre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orme libre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orme libre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orme libre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orme libre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e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orme libre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orme libre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orme libre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orme libre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orme libre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orme libre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orme libre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orme libre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orme libre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endParaRPr lang="fr-FR" noProof="0"/>
          </a:p>
        </p:txBody>
      </p:sp>
      <p:sp>
        <p:nvSpPr>
          <p:cNvPr id="3" name="Espace réservé au texte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fr-FR" noProof="0" dirty="0"/>
              <a:t>Modifiez les styles du texte du masque</a:t>
            </a:r>
          </a:p>
          <a:p>
            <a:pPr lvl="1" rtl="0"/>
            <a:r>
              <a:rPr lang="fr-FR" noProof="0" dirty="0"/>
              <a:t>Deuxième niveau</a:t>
            </a:r>
          </a:p>
          <a:p>
            <a:pPr lvl="2" rtl="0"/>
            <a:r>
              <a:rPr lang="fr-FR" noProof="0" dirty="0"/>
              <a:t>Troisième niveau</a:t>
            </a:r>
          </a:p>
          <a:p>
            <a:pPr lvl="3" rtl="0"/>
            <a:r>
              <a:rPr lang="fr-FR" noProof="0" dirty="0"/>
              <a:t>Quatrième niveau</a:t>
            </a:r>
          </a:p>
          <a:p>
            <a:pPr lvl="4" rtl="0"/>
            <a:r>
              <a:rPr lang="fr-FR" noProof="0" dirty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CD282D03-1B0F-4808-A039-91C9E6CB118E}" type="datetime1">
              <a:rPr lang="fr-FR" noProof="0" smtClean="0"/>
              <a:t>30/05/24</a:t>
            </a:fld>
            <a:endParaRPr lang="fr-FR" noProof="0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6D22F896-40B5-4ADD-8801-0D06FADFA095}" type="slidenum">
              <a:rPr lang="fr-FR" noProof="0" smtClean="0"/>
              <a:pPr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7609873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10" Type="http://schemas.openxmlformats.org/officeDocument/2006/relationships/hyperlink" Target="https://svgsilh.com/fr/image/2025491.html" TargetMode="External"/><Relationship Id="rId4" Type="http://schemas.openxmlformats.org/officeDocument/2006/relationships/diagramLayout" Target="../diagrams/layout1.xml"/><Relationship Id="rId9" Type="http://schemas.openxmlformats.org/officeDocument/2006/relationships/image" Target="../media/image4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268D3E5-C7A3-47DF-A374-46BF83A699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1333" y="2235200"/>
            <a:ext cx="10637806" cy="2387600"/>
          </a:xfrm>
        </p:spPr>
        <p:txBody>
          <a:bodyPr rtlCol="0">
            <a:normAutofit/>
          </a:bodyPr>
          <a:lstStyle/>
          <a:p>
            <a:pPr algn="ctr" rtl="0"/>
            <a:r>
              <a:rPr lang="fr-FR" sz="5400" dirty="0">
                <a:latin typeface="Rockwell" panose="02060603020205020403" pitchFamily="18" charset="0"/>
              </a:rPr>
              <a:t>&lt; résolvez des problèmes en utilisant des algorithmes en python &gt;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E78725B-6E40-4D82-B375-7831D81C29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006438" y="6126753"/>
            <a:ext cx="3792465" cy="731247"/>
          </a:xfrm>
        </p:spPr>
        <p:txBody>
          <a:bodyPr rtlCol="0">
            <a:normAutofit/>
          </a:bodyPr>
          <a:lstStyle/>
          <a:p>
            <a:pPr algn="ctr" rtl="0">
              <a:lnSpc>
                <a:spcPct val="100000"/>
              </a:lnSpc>
              <a:spcBef>
                <a:spcPts val="0"/>
              </a:spcBef>
            </a:pPr>
            <a:r>
              <a:rPr lang="fr-FR" sz="12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&lt; </a:t>
            </a:r>
            <a:r>
              <a:rPr lang="fr-FR" sz="1200" cap="none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Peggy Marillier – </a:t>
            </a:r>
          </a:p>
          <a:p>
            <a:pPr algn="ctr" rtl="0">
              <a:lnSpc>
                <a:spcPct val="100000"/>
              </a:lnSpc>
              <a:spcBef>
                <a:spcPts val="0"/>
              </a:spcBef>
            </a:pPr>
            <a:r>
              <a:rPr lang="fr-FR" sz="1200" cap="none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Développeuse Application Python</a:t>
            </a:r>
          </a:p>
          <a:p>
            <a:pPr algn="ctr" rtl="0">
              <a:lnSpc>
                <a:spcPct val="100000"/>
              </a:lnSpc>
              <a:spcBef>
                <a:spcPts val="0"/>
              </a:spcBef>
            </a:pPr>
            <a:r>
              <a:rPr lang="fr-FR" sz="12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Projet 7 &gt;</a:t>
            </a:r>
          </a:p>
        </p:txBody>
      </p:sp>
    </p:spTree>
    <p:extLst>
      <p:ext uri="{BB962C8B-B14F-4D97-AF65-F5344CB8AC3E}">
        <p14:creationId xmlns:p14="http://schemas.microsoft.com/office/powerpoint/2010/main" val="1819359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fr-FR" sz="4400" dirty="0">
                <a:latin typeface="Rockwell" panose="02060603020205020403" pitchFamily="18" charset="0"/>
              </a:rPr>
              <a:t>contexte du projet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43F5361-68C0-4BF5-80C8-F1E7BF92B2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fr-F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Créer un algorithme qui extrait la meilleure combinaison d’achat d’actions en bourse d’après un fichier donné et en respectant plusieurs contraintes.</a:t>
            </a:r>
          </a:p>
          <a:p>
            <a:r>
              <a:rPr lang="fr-F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Développer tout d’abord une solution « brute force », puis une solution optimisée</a:t>
            </a:r>
          </a:p>
          <a:p>
            <a:r>
              <a:rPr lang="fr-F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Comparer l’efficacité et les performances des 2 solutions</a:t>
            </a:r>
          </a:p>
        </p:txBody>
      </p:sp>
    </p:spTree>
    <p:extLst>
      <p:ext uri="{BB962C8B-B14F-4D97-AF65-F5344CB8AC3E}">
        <p14:creationId xmlns:p14="http://schemas.microsoft.com/office/powerpoint/2010/main" val="21721794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fr-FR" sz="4400" dirty="0">
                <a:latin typeface="Rockwell" panose="02060603020205020403" pitchFamily="18" charset="0"/>
              </a:rPr>
              <a:t>Contraintes :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43F5361-68C0-4BF5-80C8-F1E7BF92B2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fr-F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Chaque action ne peut être achetée qu'une seule fois.</a:t>
            </a:r>
          </a:p>
          <a:p>
            <a:r>
              <a:rPr lang="fr-F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Nous ne pouvons pas acheter une fraction d'action</a:t>
            </a:r>
          </a:p>
          <a:p>
            <a:r>
              <a:rPr lang="fr-F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Nous pouvons dépenser au maximum 500 euros par client</a:t>
            </a:r>
          </a:p>
        </p:txBody>
      </p:sp>
    </p:spTree>
    <p:extLst>
      <p:ext uri="{BB962C8B-B14F-4D97-AF65-F5344CB8AC3E}">
        <p14:creationId xmlns:p14="http://schemas.microsoft.com/office/powerpoint/2010/main" val="1236308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10231438" cy="1478570"/>
          </a:xfrm>
        </p:spPr>
        <p:txBody>
          <a:bodyPr rtlCol="0">
            <a:normAutofit/>
          </a:bodyPr>
          <a:lstStyle/>
          <a:p>
            <a:pPr rtl="0"/>
            <a:r>
              <a:rPr lang="fr-FR" sz="4000" dirty="0">
                <a:latin typeface="Rockwell" panose="02060603020205020403" pitchFamily="18" charset="0"/>
              </a:rPr>
              <a:t>Complexité spatiale et temporelle</a:t>
            </a:r>
            <a:br>
              <a:rPr lang="fr-FR" sz="4000" dirty="0">
                <a:latin typeface="Rockwell" panose="02060603020205020403" pitchFamily="18" charset="0"/>
              </a:rPr>
            </a:br>
            <a:r>
              <a:rPr lang="fr-FR" sz="4000" dirty="0">
                <a:latin typeface="Rockwell" panose="02060603020205020403" pitchFamily="18" charset="0"/>
              </a:rPr>
              <a:t>bruteforce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43F5361-68C0-4BF5-80C8-F1E7BF92B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10231438" cy="3541714"/>
          </a:xfrm>
        </p:spPr>
        <p:txBody>
          <a:bodyPr rtlCol="0">
            <a:normAutofit/>
          </a:bodyPr>
          <a:lstStyle/>
          <a:p>
            <a:pPr lvl="1" rtl="0"/>
            <a:r>
              <a:rPr lang="fr-FR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 complexité spatiale de l’algorithme brute force est principalement liée à la fonction qui génère une liste de toutes les combinaisons possibles. Au plus, le nombre de combinaisons possibles est de 2^n où n représente le nombre d’actions. </a:t>
            </a:r>
          </a:p>
          <a:p>
            <a:pPr marL="457200" lvl="1" indent="0" algn="ctr" rtl="0">
              <a:buNone/>
            </a:pPr>
            <a:r>
              <a:rPr lang="fr-FR" sz="1800" b="1" u="sn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 complexité spatiale de cet algorithme est de O(2^n)</a:t>
            </a:r>
          </a:p>
          <a:p>
            <a:pPr marL="457200" lvl="1" indent="0" algn="ctr" rtl="0">
              <a:buNone/>
            </a:pPr>
            <a:endParaRPr lang="fr-FR" sz="1800" b="1" u="sng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lvl="1" indent="0" algn="ctr" rtl="0">
              <a:buNone/>
            </a:pPr>
            <a:endParaRPr lang="fr-FR" sz="1800" b="1" u="sng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/>
            <a:r>
              <a:rPr lang="fr-FR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Cet algorithme utiliser 2 boucles imbriquées pour générer toutes les combinaisons possibles. La première va réaliser 2^n-1 itérations, la 2</a:t>
            </a:r>
            <a:r>
              <a:rPr lang="fr-FR" sz="1800" baseline="30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  <a:r>
              <a:rPr lang="fr-FR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quant à elle va itérer n fois.</a:t>
            </a:r>
          </a:p>
          <a:p>
            <a:pPr marL="457200" lvl="1" indent="0" algn="ctr">
              <a:buNone/>
            </a:pPr>
            <a:r>
              <a:rPr lang="fr-FR" sz="1800" b="1" u="sn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 complexité temporelle de cet algorithme est donc de O(n*2^n-1)</a:t>
            </a:r>
          </a:p>
        </p:txBody>
      </p:sp>
    </p:spTree>
    <p:extLst>
      <p:ext uri="{BB962C8B-B14F-4D97-AF65-F5344CB8AC3E}">
        <p14:creationId xmlns:p14="http://schemas.microsoft.com/office/powerpoint/2010/main" val="1348318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153620"/>
            <a:ext cx="10231438" cy="1478570"/>
          </a:xfrm>
        </p:spPr>
        <p:txBody>
          <a:bodyPr rtlCol="0">
            <a:normAutofit/>
          </a:bodyPr>
          <a:lstStyle/>
          <a:p>
            <a:pPr rtl="0"/>
            <a:r>
              <a:rPr lang="fr-FR" sz="4000" dirty="0">
                <a:latin typeface="Rockwell" panose="02060603020205020403" pitchFamily="18" charset="0"/>
              </a:rPr>
              <a:t>Complexité spatiale et temporelle</a:t>
            </a:r>
            <a:br>
              <a:rPr lang="fr-FR" sz="4000" dirty="0">
                <a:latin typeface="Rockwell" panose="02060603020205020403" pitchFamily="18" charset="0"/>
              </a:rPr>
            </a:br>
            <a:r>
              <a:rPr lang="fr-FR" sz="4000" dirty="0">
                <a:latin typeface="Rockwell" panose="02060603020205020403" pitchFamily="18" charset="0"/>
              </a:rPr>
              <a:t>version optimisée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43F5361-68C0-4BF5-80C8-F1E7BF92B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10231438" cy="3541714"/>
          </a:xfrm>
        </p:spPr>
        <p:txBody>
          <a:bodyPr rtlCol="0">
            <a:normAutofit/>
          </a:bodyPr>
          <a:lstStyle/>
          <a:p>
            <a:pPr marL="457200" lvl="1" indent="0" algn="ctr" rtl="0">
              <a:buNone/>
            </a:pPr>
            <a:endParaRPr lang="fr-FR" sz="1800" b="1" u="sng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lvl="1" indent="0" algn="ctr" rtl="0">
              <a:buNone/>
            </a:pPr>
            <a:endParaRPr lang="fr-FR" sz="1800" b="1" u="sng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13F5E544-E4A7-8085-4E3E-2B827BAFEA6C}"/>
              </a:ext>
            </a:extLst>
          </p:cNvPr>
          <p:cNvSpPr txBox="1"/>
          <p:nvPr/>
        </p:nvSpPr>
        <p:spPr>
          <a:xfrm>
            <a:off x="1579419" y="2035185"/>
            <a:ext cx="885305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u="sng" dirty="0"/>
              <a:t>Complexité temporelle:</a:t>
            </a:r>
          </a:p>
          <a:p>
            <a:pPr lvl="1"/>
            <a:r>
              <a:rPr lang="fr-FR" dirty="0"/>
              <a:t>La fonction utilise deux boucles imbriquées, une pour parcourir les actions et une pour parcourir les valeurs du budget.</a:t>
            </a:r>
          </a:p>
          <a:p>
            <a:pPr lvl="1"/>
            <a:r>
              <a:rPr lang="fr-FR" dirty="0"/>
              <a:t>Le nombre d'itérations de la boucle externe est « </a:t>
            </a:r>
            <a:r>
              <a:rPr lang="fr-FR" dirty="0" err="1"/>
              <a:t>number_of_shares</a:t>
            </a:r>
            <a:r>
              <a:rPr lang="fr-FR" dirty="0"/>
              <a:t> », qui est le nombre d'actions (que l’on nommera « n »).</a:t>
            </a:r>
          </a:p>
          <a:p>
            <a:pPr lvl="1"/>
            <a:r>
              <a:rPr lang="fr-FR" dirty="0"/>
              <a:t>Le nombre d'itérations de la boucle interne est au maximum budget, car on parcourt toutes les valeurs du budget jusqu'à ce qu'on trouve une solution.</a:t>
            </a:r>
          </a:p>
          <a:p>
            <a:pPr algn="ctr"/>
            <a:r>
              <a:rPr lang="fr-FR" b="1" dirty="0"/>
              <a:t>La complexité temporelle est donc O(n*budget)</a:t>
            </a:r>
          </a:p>
          <a:p>
            <a:pPr algn="ctr"/>
            <a:endParaRPr lang="fr-FR" b="1" dirty="0"/>
          </a:p>
          <a:p>
            <a:r>
              <a:rPr lang="fr-FR" b="1" u="sng" dirty="0"/>
              <a:t>Complexité spatiale:</a:t>
            </a:r>
            <a:endParaRPr lang="fr-FR" dirty="0"/>
          </a:p>
          <a:p>
            <a:pPr lvl="1"/>
            <a:r>
              <a:rPr lang="fr-FR" dirty="0"/>
              <a:t>La fonction utilise deux tableaux à deux dimensions, « results » et « </a:t>
            </a:r>
            <a:r>
              <a:rPr lang="fr-FR" dirty="0" err="1"/>
              <a:t>chosen_shares</a:t>
            </a:r>
            <a:r>
              <a:rPr lang="fr-FR" dirty="0"/>
              <a:t> ».</a:t>
            </a:r>
          </a:p>
          <a:p>
            <a:pPr lvl="1"/>
            <a:r>
              <a:rPr lang="fr-FR" dirty="0"/>
              <a:t>La taille de ces tableaux est de « </a:t>
            </a:r>
            <a:r>
              <a:rPr lang="fr-FR" dirty="0" err="1"/>
              <a:t>number_of_shares</a:t>
            </a:r>
            <a:r>
              <a:rPr lang="fr-FR" dirty="0"/>
              <a:t> » * « budget ».</a:t>
            </a:r>
          </a:p>
          <a:p>
            <a:pPr algn="ctr"/>
            <a:r>
              <a:rPr lang="fr-FR" b="1" dirty="0"/>
              <a:t>La complexité spatiale est donc O(n*budget)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433766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1185" y="-61828"/>
            <a:ext cx="9905998" cy="1220673"/>
          </a:xfrm>
        </p:spPr>
        <p:txBody>
          <a:bodyPr rtlCol="0">
            <a:normAutofit/>
          </a:bodyPr>
          <a:lstStyle/>
          <a:p>
            <a:pPr rtl="0"/>
            <a:r>
              <a:rPr lang="fr-FR" dirty="0">
                <a:latin typeface="Rockwell" panose="02060603020205020403" pitchFamily="18" charset="0"/>
              </a:rPr>
              <a:t>Pseudocode de l’algorithme optimisé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43F5361-68C0-4BF5-80C8-F1E7BF92B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7944" y="1205346"/>
            <a:ext cx="10511444" cy="5553682"/>
          </a:xfrm>
        </p:spPr>
        <p:txBody>
          <a:bodyPr rtlCol="0">
            <a:noAutofit/>
          </a:bodyPr>
          <a:lstStyle/>
          <a:p>
            <a:pPr marL="457200" lvl="1" indent="0" rtl="0">
              <a:lnSpc>
                <a:spcPct val="100000"/>
              </a:lnSpc>
              <a:buNone/>
            </a:pPr>
            <a:r>
              <a:rPr lang="fr-FR" sz="1200" b="1" u="sng" dirty="0">
                <a:latin typeface="Rockwell" panose="02060603020205020403" pitchFamily="18" charset="0"/>
              </a:rPr>
              <a:t>Entrée :</a:t>
            </a:r>
            <a:r>
              <a:rPr lang="fr-FR" sz="1200" b="1" dirty="0">
                <a:latin typeface="Rockwell" panose="02060603020205020403" pitchFamily="18" charset="0"/>
              </a:rPr>
              <a:t> </a:t>
            </a:r>
          </a:p>
          <a:p>
            <a:pPr marL="457200" lvl="1" indent="0" rtl="0">
              <a:lnSpc>
                <a:spcPct val="100000"/>
              </a:lnSpc>
              <a:buNone/>
            </a:pPr>
            <a:r>
              <a:rPr lang="fr-FR" sz="1000" dirty="0">
                <a:latin typeface="Rockwell" panose="02060603020205020403" pitchFamily="18" charset="0"/>
              </a:rPr>
              <a:t>  shares_list : Une liste d'actions, chaque action étant représentée par un dictionnaire avec des clés "name", "price" et "earnings".</a:t>
            </a:r>
          </a:p>
          <a:p>
            <a:pPr marL="457200" lvl="1" indent="0" rtl="0">
              <a:lnSpc>
                <a:spcPct val="100000"/>
              </a:lnSpc>
              <a:buNone/>
            </a:pPr>
            <a:r>
              <a:rPr lang="fr-FR" sz="1000" dirty="0">
                <a:latin typeface="Rockwell" panose="02060603020205020403" pitchFamily="18" charset="0"/>
              </a:rPr>
              <a:t>  budget: Le budget maximal pour investir.</a:t>
            </a:r>
          </a:p>
          <a:p>
            <a:pPr marL="457200" lvl="1" indent="0" rtl="0">
              <a:lnSpc>
                <a:spcPct val="100000"/>
              </a:lnSpc>
              <a:buNone/>
            </a:pPr>
            <a:r>
              <a:rPr lang="fr-FR" sz="1200" b="1" u="sng" dirty="0">
                <a:latin typeface="Rockwell" panose="02060603020205020403" pitchFamily="18" charset="0"/>
              </a:rPr>
              <a:t>Sortie:</a:t>
            </a:r>
          </a:p>
          <a:p>
            <a:pPr marL="457200" lvl="1" indent="0" rtl="0">
              <a:lnSpc>
                <a:spcPct val="100000"/>
              </a:lnSpc>
              <a:buNone/>
            </a:pPr>
            <a:r>
              <a:rPr lang="fr-FR" sz="1000" dirty="0">
                <a:latin typeface="Rockwell" panose="02060603020205020403" pitchFamily="18" charset="0"/>
              </a:rPr>
              <a:t>  best_combination: Une liste contenant les noms des actions qui composent la meilleure combinaison d'investissement pour le budget donné.</a:t>
            </a:r>
          </a:p>
          <a:p>
            <a:pPr marL="457200" lvl="1" indent="0" rtl="0">
              <a:lnSpc>
                <a:spcPct val="100000"/>
              </a:lnSpc>
              <a:buNone/>
            </a:pPr>
            <a:r>
              <a:rPr lang="fr-FR" sz="1200" b="1" u="sng" dirty="0">
                <a:latin typeface="Rockwell" panose="02060603020205020403" pitchFamily="18" charset="0"/>
              </a:rPr>
              <a:t>Algorithme</a:t>
            </a:r>
            <a:endParaRPr lang="fr-FR" sz="1000" dirty="0">
              <a:latin typeface="Rockwell" panose="02060603020205020403" pitchFamily="18" charset="0"/>
            </a:endParaRPr>
          </a:p>
          <a:p>
            <a:pPr marL="457200" lvl="1" indent="0" rtl="0">
              <a:lnSpc>
                <a:spcPct val="100000"/>
              </a:lnSpc>
              <a:buNone/>
            </a:pPr>
            <a:r>
              <a:rPr lang="fr-FR" sz="1000" dirty="0">
                <a:latin typeface="Rockwell" panose="02060603020205020403" pitchFamily="18" charset="0"/>
              </a:rPr>
              <a:t>On Initialiser une liste à 2 dimensions pour stocker les résultats intermédiaires</a:t>
            </a:r>
          </a:p>
          <a:p>
            <a:pPr marL="457200" lvl="1" indent="0" rtl="0">
              <a:lnSpc>
                <a:spcPct val="100000"/>
              </a:lnSpc>
              <a:buNone/>
            </a:pPr>
            <a:r>
              <a:rPr lang="fr-FR" sz="1000" dirty="0">
                <a:latin typeface="Rockwell" panose="02060603020205020403" pitchFamily="18" charset="0"/>
              </a:rPr>
              <a:t>Il y aura une rangée pour chaque nombre possible d'actions / budget, y compris 0 action jusqu'à la valeur maximale</a:t>
            </a:r>
          </a:p>
          <a:p>
            <a:pPr marL="457200" lvl="1" indent="0" rtl="0">
              <a:lnSpc>
                <a:spcPct val="100000"/>
              </a:lnSpc>
              <a:buNone/>
            </a:pPr>
            <a:r>
              <a:rPr lang="fr-FR" sz="1000" dirty="0">
                <a:latin typeface="Rockwell" panose="02060603020205020403" pitchFamily="18" charset="0"/>
              </a:rPr>
              <a:t>Initialiser une liste à 2 dimensions pour stocker les actions sélectionnées pour chaque budget</a:t>
            </a:r>
          </a:p>
          <a:p>
            <a:pPr marL="457200" lvl="1" indent="0" rtl="0">
              <a:lnSpc>
                <a:spcPct val="100000"/>
              </a:lnSpc>
              <a:buNone/>
            </a:pPr>
            <a:endParaRPr lang="fr-FR" sz="1000" dirty="0">
              <a:latin typeface="Rockwell" panose="02060603020205020403" pitchFamily="18" charset="0"/>
            </a:endParaRPr>
          </a:p>
          <a:p>
            <a:pPr marL="457200" lvl="1" indent="0" rtl="0">
              <a:lnSpc>
                <a:spcPct val="100000"/>
              </a:lnSpc>
              <a:buNone/>
            </a:pPr>
            <a:r>
              <a:rPr lang="fr-FR" sz="1000" dirty="0">
                <a:latin typeface="Rockwell" panose="02060603020205020403" pitchFamily="18" charset="0"/>
              </a:rPr>
              <a:t>Pour chaque action</a:t>
            </a:r>
          </a:p>
          <a:p>
            <a:pPr marL="457200" lvl="1" indent="0" rtl="0">
              <a:lnSpc>
                <a:spcPct val="100000"/>
              </a:lnSpc>
              <a:buNone/>
            </a:pPr>
            <a:r>
              <a:rPr lang="fr-FR" sz="1000" dirty="0">
                <a:latin typeface="Rockwell" panose="02060603020205020403" pitchFamily="18" charset="0"/>
              </a:rPr>
              <a:t>Obtenir le prix et le profit de l'action</a:t>
            </a:r>
          </a:p>
          <a:p>
            <a:pPr marL="457200" lvl="1" indent="0" rtl="0">
              <a:lnSpc>
                <a:spcPct val="100000"/>
              </a:lnSpc>
              <a:buNone/>
            </a:pPr>
            <a:r>
              <a:rPr lang="fr-FR" sz="1000" dirty="0">
                <a:latin typeface="Rockwell" panose="02060603020205020403" pitchFamily="18" charset="0"/>
              </a:rPr>
              <a:t>         Pour chaque valeur du budget</a:t>
            </a:r>
          </a:p>
          <a:p>
            <a:pPr marL="457200" lvl="1" indent="0" rtl="0">
              <a:lnSpc>
                <a:spcPct val="100000"/>
              </a:lnSpc>
              <a:buNone/>
            </a:pPr>
            <a:r>
              <a:rPr lang="fr-FR" sz="1000" dirty="0">
                <a:latin typeface="Rockwell" panose="02060603020205020403" pitchFamily="18" charset="0"/>
              </a:rPr>
              <a:t>	On vérifie que le prix de l'action courante est inférieur au budget courant</a:t>
            </a:r>
          </a:p>
          <a:p>
            <a:pPr marL="457200" lvl="1" indent="0" rtl="0">
              <a:lnSpc>
                <a:spcPct val="100000"/>
              </a:lnSpc>
              <a:buNone/>
            </a:pPr>
            <a:r>
              <a:rPr lang="fr-FR" sz="1000" dirty="0">
                <a:latin typeface="Rockwell" panose="02060603020205020403" pitchFamily="18" charset="0"/>
              </a:rPr>
              <a:t>	    Si oui, on vérifie si son profit est plus intéressant</a:t>
            </a:r>
          </a:p>
          <a:p>
            <a:pPr marL="457200" lvl="1" indent="0" rtl="0">
              <a:lnSpc>
                <a:spcPct val="100000"/>
              </a:lnSpc>
              <a:buNone/>
            </a:pPr>
            <a:r>
              <a:rPr lang="fr-FR" sz="1000" dirty="0">
                <a:latin typeface="Rockwell" panose="02060603020205020403" pitchFamily="18" charset="0"/>
              </a:rPr>
              <a:t>                       Si c'est le cas on met à jour le budget en y soustrayant le prix de l'action</a:t>
            </a:r>
          </a:p>
          <a:p>
            <a:pPr marL="457200" lvl="1" indent="0" rtl="0">
              <a:lnSpc>
                <a:spcPct val="100000"/>
              </a:lnSpc>
              <a:buNone/>
            </a:pPr>
            <a:r>
              <a:rPr lang="fr-FR" sz="1000" dirty="0">
                <a:latin typeface="Rockwell" panose="02060603020205020403" pitchFamily="18" charset="0"/>
              </a:rPr>
              <a:t>	        On ajoute l'action à la liste d'actions sélectionnées</a:t>
            </a:r>
          </a:p>
          <a:p>
            <a:pPr marL="457200" lvl="1" indent="0" rtl="0">
              <a:lnSpc>
                <a:spcPct val="100000"/>
              </a:lnSpc>
              <a:buNone/>
            </a:pPr>
            <a:r>
              <a:rPr lang="fr-FR" sz="1000" dirty="0">
                <a:latin typeface="Rockwell" panose="02060603020205020403" pitchFamily="18" charset="0"/>
              </a:rPr>
              <a:t>	    sinon:</a:t>
            </a:r>
          </a:p>
          <a:p>
            <a:pPr marL="457200" lvl="1" indent="0" rtl="0">
              <a:lnSpc>
                <a:spcPct val="100000"/>
              </a:lnSpc>
              <a:buNone/>
            </a:pPr>
            <a:r>
              <a:rPr lang="fr-FR" sz="1000" dirty="0">
                <a:latin typeface="Rockwell" panose="02060603020205020403" pitchFamily="18" charset="0"/>
              </a:rPr>
              <a:t>                     Si l'action courante n'est pas assez rentable:</a:t>
            </a:r>
          </a:p>
          <a:p>
            <a:pPr marL="457200" lvl="1" indent="0" rtl="0">
              <a:lnSpc>
                <a:spcPct val="100000"/>
              </a:lnSpc>
              <a:buNone/>
            </a:pPr>
            <a:r>
              <a:rPr lang="fr-FR" sz="1000" dirty="0">
                <a:latin typeface="Rockwell" panose="02060603020205020403" pitchFamily="18" charset="0"/>
              </a:rPr>
              <a:t>	          on met à jour les valeurs</a:t>
            </a:r>
          </a:p>
          <a:p>
            <a:pPr marL="457200" lvl="1" indent="0" rtl="0">
              <a:lnSpc>
                <a:spcPct val="100000"/>
              </a:lnSpc>
              <a:buNone/>
            </a:pPr>
            <a:r>
              <a:rPr lang="fr-FR" sz="1000" dirty="0">
                <a:latin typeface="Rockwell" panose="02060603020205020403" pitchFamily="18" charset="0"/>
              </a:rPr>
              <a:t>	      sinon:</a:t>
            </a:r>
          </a:p>
          <a:p>
            <a:pPr marL="457200" lvl="1" indent="0" rtl="0">
              <a:lnSpc>
                <a:spcPct val="100000"/>
              </a:lnSpc>
              <a:buNone/>
            </a:pPr>
            <a:r>
              <a:rPr lang="fr-FR" sz="1000" dirty="0">
                <a:latin typeface="Rockwell" panose="02060603020205020403" pitchFamily="18" charset="0"/>
              </a:rPr>
              <a:t>                       Si l'action courante n'entre pas dans le budget</a:t>
            </a:r>
          </a:p>
          <a:p>
            <a:pPr marL="457200" lvl="1" indent="0" rtl="0">
              <a:lnSpc>
                <a:spcPct val="100000"/>
              </a:lnSpc>
              <a:buNone/>
            </a:pPr>
            <a:r>
              <a:rPr lang="fr-FR" sz="1000" dirty="0">
                <a:latin typeface="Rockwell" panose="02060603020205020403" pitchFamily="18" charset="0"/>
              </a:rPr>
              <a:t>	              on met à jour les valeurs</a:t>
            </a:r>
          </a:p>
          <a:p>
            <a:pPr marL="457200" lvl="1" indent="0" rtl="0">
              <a:lnSpc>
                <a:spcPct val="100000"/>
              </a:lnSpc>
              <a:buNone/>
            </a:pPr>
            <a:r>
              <a:rPr lang="fr-FR" sz="1000" dirty="0">
                <a:latin typeface="Rockwell" panose="02060603020205020403" pitchFamily="18" charset="0"/>
              </a:rPr>
              <a:t>         On obtient la combinaison la plus rentable qui tient compte du budget imposé</a:t>
            </a:r>
          </a:p>
        </p:txBody>
      </p:sp>
    </p:spTree>
    <p:extLst>
      <p:ext uri="{BB962C8B-B14F-4D97-AF65-F5344CB8AC3E}">
        <p14:creationId xmlns:p14="http://schemas.microsoft.com/office/powerpoint/2010/main" val="29195569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fr-FR" sz="4400" dirty="0">
                <a:latin typeface="Rockwell" panose="02060603020205020403" pitchFamily="18" charset="0"/>
              </a:rPr>
              <a:t>Résultat avec la méthode bruteforce (DATA1)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43F5361-68C0-4BF5-80C8-F1E7BF92B2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1413" y="2697768"/>
            <a:ext cx="9905998" cy="3541714"/>
          </a:xfrm>
        </p:spPr>
        <p:txBody>
          <a:bodyPr rtlCol="0">
            <a:normAutofit/>
          </a:bodyPr>
          <a:lstStyle/>
          <a:p>
            <a:pPr lvl="1" rtl="0"/>
            <a:r>
              <a:rPr lang="fr-FR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 meilleure combinaison d'achat est la suivante : </a:t>
            </a:r>
          </a:p>
          <a:p>
            <a:pPr marL="914400" lvl="2" indent="0">
              <a:buNone/>
            </a:pPr>
            <a:r>
              <a:rPr lang="fr-FR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['Action-4', 'Action-5', 'Action-6', 'Action-8', 'Action-10', 'Action-11', 'Action-13', 'Action-18', 'Action-19', 'Action-20']</a:t>
            </a:r>
          </a:p>
          <a:p>
            <a:pPr lvl="1" rtl="0"/>
            <a:r>
              <a:rPr lang="fr-FR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Cette combinaison a un coût total de  498.0€ et rapportera 99.08€</a:t>
            </a:r>
          </a:p>
        </p:txBody>
      </p:sp>
    </p:spTree>
    <p:extLst>
      <p:ext uri="{BB962C8B-B14F-4D97-AF65-F5344CB8AC3E}">
        <p14:creationId xmlns:p14="http://schemas.microsoft.com/office/powerpoint/2010/main" val="13984109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fr-FR" sz="4400" dirty="0">
                <a:latin typeface="Rockwell" panose="02060603020205020403" pitchFamily="18" charset="0"/>
              </a:rPr>
              <a:t>Résultats avec la méthode optimisée (DATASET1)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43F5361-68C0-4BF5-80C8-F1E7BF92B2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95843" y="2133496"/>
            <a:ext cx="5319857" cy="3541714"/>
          </a:xfrm>
          <a:ln w="38100">
            <a:solidFill>
              <a:schemeClr val="tx1"/>
            </a:solidFill>
          </a:ln>
        </p:spPr>
        <p:txBody>
          <a:bodyPr rtlCol="0">
            <a:normAutofit/>
          </a:bodyPr>
          <a:lstStyle/>
          <a:p>
            <a:pPr lvl="1" rtl="0"/>
            <a:r>
              <a:rPr lang="fr-FR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 meilleure combinaison d'achat, avec notre algorithme, pour le Dataset1 est la suivante : </a:t>
            </a:r>
          </a:p>
          <a:p>
            <a:pPr marL="914400" lvl="2" indent="0">
              <a:buNone/>
            </a:pPr>
            <a:r>
              <a:rPr lang="fr-FR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['Share-IFCP', 'Share-EMOV', 'Share-KZBL', 'Share-LRBZ', 'Share-XJMO', 'Share-GIAJ', 'Share-QQTU', 'Share-SKKC', 'Share-ZSDE', 'Share-LGWG', 'Share-WPLI', 'Share-QLMK', 'Share-FKJW', 'Share-GTQK', 'Share-USSR', 'Share-MTLR', 'Share-LPDM', 'Share-UEZB', 'Share-NHWA', 'Share-GHIZ', 'Share-KMTG’]</a:t>
            </a:r>
          </a:p>
          <a:p>
            <a:pPr marL="914400" lvl="2" indent="0">
              <a:buNone/>
            </a:pPr>
            <a:endParaRPr lang="fr-FR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 rtl="0"/>
            <a:r>
              <a:rPr lang="fr-FR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Coût total : 499.95€ </a:t>
            </a:r>
          </a:p>
          <a:p>
            <a:pPr lvl="1" rtl="0"/>
            <a:r>
              <a:rPr lang="fr-FR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Gains : 198.54€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854E344C-5738-399C-83A0-04E532C3A986}"/>
              </a:ext>
            </a:extLst>
          </p:cNvPr>
          <p:cNvSpPr txBox="1"/>
          <p:nvPr/>
        </p:nvSpPr>
        <p:spPr>
          <a:xfrm>
            <a:off x="1324984" y="3018373"/>
            <a:ext cx="4353791" cy="177196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Choix et gains de Sienna pour le Dataset1 :</a:t>
            </a:r>
          </a:p>
          <a:p>
            <a:endParaRPr lang="fr-FR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2"/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Share-GRUT</a:t>
            </a:r>
          </a:p>
          <a:p>
            <a:endParaRPr lang="en-US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Coût total : 498.76€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Gains : 196,61€</a:t>
            </a:r>
          </a:p>
        </p:txBody>
      </p:sp>
    </p:spTree>
    <p:extLst>
      <p:ext uri="{BB962C8B-B14F-4D97-AF65-F5344CB8AC3E}">
        <p14:creationId xmlns:p14="http://schemas.microsoft.com/office/powerpoint/2010/main" val="20866669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fr-FR" sz="4400" dirty="0">
                <a:latin typeface="Rockwell" panose="02060603020205020403" pitchFamily="18" charset="0"/>
              </a:rPr>
              <a:t>Résultats avec la méthode optimisée (DATASET2)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43F5361-68C0-4BF5-80C8-F1E7BF92B2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95843" y="2133496"/>
            <a:ext cx="5319857" cy="3539939"/>
          </a:xfrm>
          <a:ln w="38100">
            <a:solidFill>
              <a:schemeClr val="tx1"/>
            </a:solidFill>
          </a:ln>
        </p:spPr>
        <p:txBody>
          <a:bodyPr rtlCol="0">
            <a:noAutofit/>
          </a:bodyPr>
          <a:lstStyle/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fr-FR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 meilleure combinaison d'achat, avec notre algorithme ,pour le Dataset2 est la suivante : 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fr-FR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fr-FR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FR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['Share-ROOM', 'Share-XQII', 'Share-DWSK', 'Share-LFXB', 'Share-VCAX', 'Share-FAPS', 'Share-JGTW', 'Share-JWGF', 'Share-ALIY', 'Share-NDKR', 'Share-SCWM', 'Share-PATS', 'Share-ANFX', 'Share-YFVZ', 'Share-LXZU', 'Share-PLLK', 'Share-ZOFA', 'Share-FWBE', 'Share-IXCI', 'Share-ECAQ’]</a:t>
            </a:r>
          </a:p>
          <a:p>
            <a:pPr marL="914400" lvl="2" indent="0">
              <a:buFont typeface="Arial" panose="020B0604020202020204" pitchFamily="34" charset="0"/>
              <a:buNone/>
            </a:pPr>
            <a:endParaRPr lang="fr-FR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 algn="ctr">
              <a:lnSpc>
                <a:spcPct val="100000"/>
              </a:lnSpc>
            </a:pPr>
            <a:r>
              <a:rPr lang="fr-FR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Coût total : 499,92€ </a:t>
            </a:r>
          </a:p>
          <a:p>
            <a:pPr lvl="1" algn="ctr">
              <a:lnSpc>
                <a:spcPct val="100000"/>
              </a:lnSpc>
            </a:pPr>
            <a:r>
              <a:rPr lang="fr-FR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Gains : 197,95€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854E344C-5738-399C-83A0-04E532C3A986}"/>
              </a:ext>
            </a:extLst>
          </p:cNvPr>
          <p:cNvSpPr txBox="1"/>
          <p:nvPr/>
        </p:nvSpPr>
        <p:spPr>
          <a:xfrm>
            <a:off x="1141413" y="2133496"/>
            <a:ext cx="4677496" cy="3539938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>
            <a:lvl1pPr indent="0" defTabSz="914400">
              <a:lnSpc>
                <a:spcPct val="10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685800" lvl="1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lvl="2" indent="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/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/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r>
              <a:rPr lang="fr-FR" dirty="0"/>
              <a:t>Choix de Sienna pour le Dataset2 :</a:t>
            </a:r>
          </a:p>
          <a:p>
            <a:endParaRPr lang="fr-FR" dirty="0"/>
          </a:p>
          <a:p>
            <a:endParaRPr lang="fr-FR" dirty="0"/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[‘Share-ECAQ’, ‘Share-IXC’, ‘Share-FWBE’, ‘Share-ZOFA’, ‘Share-PLLK’, ‘Share-YFVZ ’, ‘Share-ANFX’, ‘Share-PATS’, ‘Share-NDKR’, ‘Share-ALIY’, ‘Share-JWGF’, ‘Share-JGTW’, ‘Share-FAPS’, ‘Share-VCAX’, ‘Share-LFXB, ‘Share-DWSK’, ‘Share-XQII’, ‘Share-ROOM’]</a:t>
            </a:r>
          </a:p>
          <a:p>
            <a:pPr lvl="2">
              <a:lnSpc>
                <a:spcPct val="100000"/>
              </a:lnSpc>
              <a:spcBef>
                <a:spcPts val="0"/>
              </a:spcBef>
            </a:pPr>
            <a:endParaRPr lang="en-US" dirty="0"/>
          </a:p>
          <a:p>
            <a:pPr lvl="2">
              <a:lnSpc>
                <a:spcPct val="100000"/>
              </a:lnSpc>
              <a:spcBef>
                <a:spcPts val="0"/>
              </a:spcBef>
            </a:pPr>
            <a:endParaRPr lang="en-US" dirty="0"/>
          </a:p>
          <a:p>
            <a:pPr lvl="1" algn="ctr">
              <a:lnSpc>
                <a:spcPct val="100000"/>
              </a:lnSpc>
            </a:pPr>
            <a:r>
              <a:rPr lang="fr-FR" b="1" dirty="0"/>
              <a:t>Coût total : 489,24€</a:t>
            </a:r>
          </a:p>
          <a:p>
            <a:pPr lvl="1" algn="ctr">
              <a:lnSpc>
                <a:spcPct val="100000"/>
              </a:lnSpc>
            </a:pPr>
            <a:r>
              <a:rPr lang="fr-FR" b="1" dirty="0"/>
              <a:t>Gains : 193,78€</a:t>
            </a:r>
          </a:p>
        </p:txBody>
      </p:sp>
    </p:spTree>
    <p:extLst>
      <p:ext uri="{BB962C8B-B14F-4D97-AF65-F5344CB8AC3E}">
        <p14:creationId xmlns:p14="http://schemas.microsoft.com/office/powerpoint/2010/main" val="4144452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373364"/>
            <a:ext cx="9905998" cy="1478570"/>
          </a:xfrm>
        </p:spPr>
        <p:txBody>
          <a:bodyPr rtlCol="0">
            <a:normAutofit/>
          </a:bodyPr>
          <a:lstStyle/>
          <a:p>
            <a:pPr rtl="0"/>
            <a:r>
              <a:rPr lang="fr-FR" sz="4400" dirty="0">
                <a:latin typeface="Rockwell" panose="02060603020205020403" pitchFamily="18" charset="0"/>
              </a:rPr>
              <a:t>Performances</a:t>
            </a:r>
          </a:p>
        </p:txBody>
      </p:sp>
      <p:graphicFrame>
        <p:nvGraphicFramePr>
          <p:cNvPr id="4" name="Espace réservé du contenu 3">
            <a:extLst>
              <a:ext uri="{FF2B5EF4-FFF2-40B4-BE49-F238E27FC236}">
                <a16:creationId xmlns:a16="http://schemas.microsoft.com/office/drawing/2014/main" id="{242FA989-6B7C-488C-85ED-CB8D01BA32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47439992"/>
              </p:ext>
            </p:extLst>
          </p:nvPr>
        </p:nvGraphicFramePr>
        <p:xfrm>
          <a:off x="1725251" y="1851934"/>
          <a:ext cx="9050078" cy="35087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6" name="Graphique 5">
            <a:extLst>
              <a:ext uri="{FF2B5EF4-FFF2-40B4-BE49-F238E27FC236}">
                <a16:creationId xmlns:a16="http://schemas.microsoft.com/office/drawing/2014/main" id="{9D1281BB-C029-2544-2424-9EB702CFF8B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8146634" y="93696"/>
            <a:ext cx="2451519" cy="2037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4170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fr-FR" sz="4400" dirty="0">
                <a:latin typeface="Rockwell" panose="02060603020205020403" pitchFamily="18" charset="0"/>
              </a:rPr>
              <a:t>conclusion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43F5361-68C0-4BF5-80C8-F1E7BF92B2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 lvl="0" rtl="0"/>
            <a:r>
              <a:rPr lang="fr-F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Notre algorithme est plus performant que celui de Sienna pour le dataset1, il l’est moins pour la dataset2 mais nous sommes plus proche du budget de 500€ indiqué dans la consigne de départ.</a:t>
            </a:r>
          </a:p>
          <a:p>
            <a:pPr lvl="0" rtl="0"/>
            <a:endParaRPr lang="fr-FR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0" rtl="0"/>
            <a:r>
              <a:rPr lang="fr-F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D’autre part nous n’avons aucun résultat concernant les performances de l’algorithme de Sienna. Combien de temps met-il à s’exécuter? Combien de RAM utilise-t-il? Ces informations seraient utiles pour définir l’algorithme qui, au final, sera le plus performant.</a:t>
            </a:r>
          </a:p>
        </p:txBody>
      </p:sp>
    </p:spTree>
    <p:extLst>
      <p:ext uri="{BB962C8B-B14F-4D97-AF65-F5344CB8AC3E}">
        <p14:creationId xmlns:p14="http://schemas.microsoft.com/office/powerpoint/2010/main" val="190261330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0478294_TF77815013" id="{1E63A3F3-EF3D-4FBB-9BC6-FF1129928CC1}" vid="{D390F830-A480-4B13-B3B6-57818ECCAE28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Cycle problèmesolution </Template>
  <TotalTime>1706</TotalTime>
  <Words>1046</Words>
  <Application>Microsoft Office PowerPoint</Application>
  <PresentationFormat>Grand écran</PresentationFormat>
  <Paragraphs>122</Paragraphs>
  <Slides>11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8" baseType="lpstr">
      <vt:lpstr>Arial</vt:lpstr>
      <vt:lpstr>Calibri</vt:lpstr>
      <vt:lpstr>Rockwell</vt:lpstr>
      <vt:lpstr>Tahoma</vt:lpstr>
      <vt:lpstr>Tw Cen MT</vt:lpstr>
      <vt:lpstr>Wingdings</vt:lpstr>
      <vt:lpstr>Circuit</vt:lpstr>
      <vt:lpstr>&lt; résolvez des problèmes en utilisant des algorithmes en python &gt;</vt:lpstr>
      <vt:lpstr>contexte du projet</vt:lpstr>
      <vt:lpstr>Contraintes :</vt:lpstr>
      <vt:lpstr>Complexité spatiale et temporelle bruteforce</vt:lpstr>
      <vt:lpstr>Complexité spatiale et temporelle version optimisée</vt:lpstr>
      <vt:lpstr>Pseudocode de l’algorithme optimisé</vt:lpstr>
      <vt:lpstr>Résultat avec la méthode bruteforce (DATA1)</vt:lpstr>
      <vt:lpstr>Résultats avec la méthode optimisée (DATASET1)</vt:lpstr>
      <vt:lpstr>Résultats avec la méthode optimisée (DATASET2)</vt:lpstr>
      <vt:lpstr>Performances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 résolvez des problèmes en utilisant des algorithmes en python &gt;</dc:title>
  <dc:creator>Peggy M</dc:creator>
  <cp:lastModifiedBy>Peggy M</cp:lastModifiedBy>
  <cp:revision>16</cp:revision>
  <dcterms:created xsi:type="dcterms:W3CDTF">2024-05-06T14:28:34Z</dcterms:created>
  <dcterms:modified xsi:type="dcterms:W3CDTF">2024-05-30T07:54:22Z</dcterms:modified>
</cp:coreProperties>
</file>